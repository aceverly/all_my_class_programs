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707" r:id="rId4"/>
    <p:sldMasterId id="214748370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Roboto"/>
      <p:regular r:id="rId19"/>
      <p:bold r:id="rId20"/>
      <p:italic r:id="rId21"/>
      <p:boldItalic r:id="rId22"/>
    </p:embeddedFont>
    <p:embeddedFont>
      <p:font typeface="Roboto Medium"/>
      <p:regular r:id="rId23"/>
      <p:bold r:id="rId24"/>
      <p:italic r:id="rId25"/>
      <p:boldItalic r:id="rId26"/>
    </p:embeddedFont>
    <p:embeddedFont>
      <p:font typeface="Libre Baskerville"/>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LibreBaskerville-boldItalic.fntdata"/><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RobotoMedium-bold.fntdata"/><Relationship Id="rId23" Type="http://schemas.openxmlformats.org/officeDocument/2006/relationships/font" Target="fonts/RobotoMedium-regular.fntdata"/><Relationship Id="rId26" Type="http://schemas.openxmlformats.org/officeDocument/2006/relationships/font" Target="fonts/RobotoMedium-boldItalic.fntdata"/><Relationship Id="rId25" Type="http://schemas.openxmlformats.org/officeDocument/2006/relationships/font" Target="fonts/RobotoMedium-italic.fntdata"/><Relationship Id="rId28" Type="http://schemas.openxmlformats.org/officeDocument/2006/relationships/font" Target="fonts/LibreBaskerville-bold.fntdata"/><Relationship Id="rId27" Type="http://schemas.openxmlformats.org/officeDocument/2006/relationships/font" Target="fonts/LibreBaskerville-regular.fntdata"/><Relationship Id="rId29" Type="http://schemas.openxmlformats.org/officeDocument/2006/relationships/font" Target="fonts/LibreBaskerville-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Roboto-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d2cb5dd0ed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3d2cb5dd0e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Slide 1 - </a:t>
            </a:r>
            <a:r>
              <a:rPr lang="en" u="sng"/>
              <a:t>Adalynn:</a:t>
            </a:r>
            <a:endParaRPr u="sng"/>
          </a:p>
          <a:p>
            <a:pPr indent="0" lvl="0" marL="0" rtl="0" algn="l">
              <a:spcBef>
                <a:spcPts val="0"/>
              </a:spcBef>
              <a:spcAft>
                <a:spcPts val="0"/>
              </a:spcAft>
              <a:buNone/>
            </a:pPr>
            <a:r>
              <a:rPr lang="en"/>
              <a:t>Hello my name is </a:t>
            </a:r>
            <a:endParaRPr/>
          </a:p>
          <a:p>
            <a:pPr indent="0" lvl="0" marL="0" rtl="0" algn="l">
              <a:spcBef>
                <a:spcPts val="0"/>
              </a:spcBef>
              <a:spcAft>
                <a:spcPts val="0"/>
              </a:spcAft>
              <a:buNone/>
            </a:pPr>
            <a:r>
              <a:rPr lang="en"/>
              <a:t>Adalynn, </a:t>
            </a:r>
            <a:endParaRPr/>
          </a:p>
          <a:p>
            <a:pPr indent="0" lvl="0" marL="0" rtl="0" algn="l">
              <a:spcBef>
                <a:spcPts val="0"/>
              </a:spcBef>
              <a:spcAft>
                <a:spcPts val="0"/>
              </a:spcAft>
              <a:buNone/>
            </a:pPr>
            <a:r>
              <a:rPr lang="en" u="sng"/>
              <a:t>Chime:</a:t>
            </a:r>
            <a:r>
              <a:rPr lang="en"/>
              <a:t> And my name is Chime </a:t>
            </a:r>
            <a:endParaRPr/>
          </a:p>
          <a:p>
            <a:pPr indent="0" lvl="0" marL="0" rtl="0" algn="l">
              <a:spcBef>
                <a:spcPts val="0"/>
              </a:spcBef>
              <a:spcAft>
                <a:spcPts val="0"/>
              </a:spcAft>
              <a:buNone/>
            </a:pPr>
            <a:r>
              <a:rPr lang="en" u="sng"/>
              <a:t>Adalynn:</a:t>
            </a:r>
            <a:endParaRPr u="sng"/>
          </a:p>
          <a:p>
            <a:pPr indent="0" lvl="0" marL="0" rtl="0" algn="l">
              <a:spcBef>
                <a:spcPts val="0"/>
              </a:spcBef>
              <a:spcAft>
                <a:spcPts val="0"/>
              </a:spcAft>
              <a:buNone/>
            </a:pPr>
            <a:r>
              <a:rPr lang="en"/>
              <a:t>And this is real life applications A* Search</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d2cb5dd0ed_0_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d2cb5dd0ed_0_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u="sng">
                <a:solidFill>
                  <a:schemeClr val="dk1"/>
                </a:solidFill>
              </a:rPr>
              <a:t>Slide 2 - Chime Nguyen</a:t>
            </a:r>
            <a:endParaRPr u="sng">
              <a:solidFill>
                <a:schemeClr val="dk1"/>
              </a:solidFill>
            </a:endParaRPr>
          </a:p>
          <a:p>
            <a:pPr indent="0" lvl="0" marL="0" rtl="0" algn="l">
              <a:lnSpc>
                <a:spcPct val="115000"/>
              </a:lnSpc>
              <a:spcBef>
                <a:spcPts val="0"/>
              </a:spcBef>
              <a:spcAft>
                <a:spcPts val="0"/>
              </a:spcAft>
              <a:buNone/>
            </a:pPr>
            <a:r>
              <a:rPr lang="en">
                <a:solidFill>
                  <a:schemeClr val="dk1"/>
                </a:solidFill>
              </a:rPr>
              <a:t>So for today’s </a:t>
            </a:r>
            <a:r>
              <a:rPr b="1" lang="en">
                <a:solidFill>
                  <a:schemeClr val="dk1"/>
                </a:solidFill>
              </a:rPr>
              <a:t>Agenda</a:t>
            </a:r>
            <a:r>
              <a:rPr lang="en">
                <a:solidFill>
                  <a:schemeClr val="dk1"/>
                </a:solidFill>
              </a:rPr>
              <a:t>, we will cover what is A* at a higher level and explain how A* works in more detail.</a:t>
            </a:r>
            <a:endParaRPr>
              <a:solidFill>
                <a:schemeClr val="dk1"/>
              </a:solidFill>
            </a:endParaRPr>
          </a:p>
          <a:p>
            <a:pPr indent="0" lvl="0" marL="0" rtl="0" algn="l">
              <a:lnSpc>
                <a:spcPct val="115000"/>
              </a:lnSpc>
              <a:spcBef>
                <a:spcPts val="0"/>
              </a:spcBef>
              <a:spcAft>
                <a:spcPts val="0"/>
              </a:spcAft>
              <a:buNone/>
            </a:pPr>
            <a:r>
              <a:rPr lang="en">
                <a:solidFill>
                  <a:schemeClr val="dk1"/>
                </a:solidFill>
              </a:rPr>
              <a:t>We will then cover the </a:t>
            </a:r>
            <a:r>
              <a:rPr b="1" lang="en">
                <a:solidFill>
                  <a:schemeClr val="dk1"/>
                </a:solidFill>
              </a:rPr>
              <a:t>Benefits and Limitations</a:t>
            </a:r>
            <a:r>
              <a:rPr lang="en">
                <a:solidFill>
                  <a:schemeClr val="dk1"/>
                </a:solidFill>
              </a:rPr>
              <a:t> of using A*, followed by three of A* most prominent applications where A* is widely useful, such as </a:t>
            </a:r>
            <a:r>
              <a:rPr b="1" lang="en">
                <a:solidFill>
                  <a:schemeClr val="dk1"/>
                </a:solidFill>
              </a:rPr>
              <a:t>Map Navigation</a:t>
            </a:r>
            <a:r>
              <a:rPr lang="en">
                <a:solidFill>
                  <a:schemeClr val="dk1"/>
                </a:solidFill>
              </a:rPr>
              <a:t>, </a:t>
            </a:r>
            <a:r>
              <a:rPr b="1" lang="en">
                <a:solidFill>
                  <a:schemeClr val="dk1"/>
                </a:solidFill>
              </a:rPr>
              <a:t>Game Development</a:t>
            </a:r>
            <a:r>
              <a:rPr lang="en">
                <a:solidFill>
                  <a:schemeClr val="dk1"/>
                </a:solidFill>
              </a:rPr>
              <a:t>, and </a:t>
            </a:r>
            <a:r>
              <a:rPr b="1" lang="en">
                <a:solidFill>
                  <a:schemeClr val="dk1"/>
                </a:solidFill>
              </a:rPr>
              <a:t>Robotics</a:t>
            </a:r>
            <a:r>
              <a:rPr lang="en">
                <a:solidFill>
                  <a:schemeClr val="dk1"/>
                </a:solidFill>
              </a:rPr>
              <a:t>, before finally </a:t>
            </a:r>
            <a:r>
              <a:rPr b="1" lang="en">
                <a:solidFill>
                  <a:schemeClr val="dk1"/>
                </a:solidFill>
              </a:rPr>
              <a:t>wrapping up</a:t>
            </a:r>
            <a:r>
              <a:rPr lang="en">
                <a:solidFill>
                  <a:schemeClr val="dk1"/>
                </a:solidFill>
              </a:rPr>
              <a:t> this presentation.</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To the left is an example of how A* is used to search in a graph as well as the general equation for A*, more on that in a bit. </a:t>
            </a:r>
            <a:r>
              <a:rPr i="1" lang="en">
                <a:solidFill>
                  <a:schemeClr val="dk1"/>
                </a:solidFill>
              </a:rPr>
              <a:t>(change slide)</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d2cb5dd0ed_0_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3d2cb5dd0ed_0_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u="sng">
                <a:solidFill>
                  <a:schemeClr val="dk1"/>
                </a:solidFill>
              </a:rPr>
              <a:t>Slide 3 - </a:t>
            </a:r>
            <a:r>
              <a:rPr lang="en" u="sng">
                <a:solidFill>
                  <a:schemeClr val="dk1"/>
                </a:solidFill>
              </a:rPr>
              <a:t>Adalynn</a:t>
            </a:r>
            <a:endParaRPr u="sng">
              <a:solidFill>
                <a:schemeClr val="dk1"/>
              </a:solidFill>
            </a:endParaRPr>
          </a:p>
          <a:p>
            <a:pPr indent="0" lvl="0" marL="0" rtl="0" algn="l">
              <a:lnSpc>
                <a:spcPct val="115000"/>
              </a:lnSpc>
              <a:spcBef>
                <a:spcPts val="0"/>
              </a:spcBef>
              <a:spcAft>
                <a:spcPts val="0"/>
              </a:spcAft>
              <a:buNone/>
            </a:pPr>
            <a:r>
              <a:rPr lang="en">
                <a:solidFill>
                  <a:schemeClr val="dk1"/>
                </a:solidFill>
              </a:rPr>
              <a:t>So </a:t>
            </a:r>
            <a:r>
              <a:rPr b="1" lang="en">
                <a:solidFill>
                  <a:schemeClr val="dk1"/>
                </a:solidFill>
              </a:rPr>
              <a:t>What Is A*?</a:t>
            </a:r>
            <a:r>
              <a:rPr lang="en">
                <a:solidFill>
                  <a:schemeClr val="dk1"/>
                </a:solidFill>
              </a:rPr>
              <a:t> A* is a search algorithm that is used to find the shortest or lowest cost path or solution between points.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b="1" lang="en">
                <a:solidFill>
                  <a:schemeClr val="dk1"/>
                </a:solidFill>
              </a:rPr>
              <a:t>A* matters </a:t>
            </a:r>
            <a:r>
              <a:rPr lang="en">
                <a:solidFill>
                  <a:schemeClr val="dk1"/>
                </a:solidFill>
              </a:rPr>
              <a:t>in applications like map navigation, games, and robotics because it is usually </a:t>
            </a:r>
            <a:r>
              <a:rPr b="1" lang="en">
                <a:solidFill>
                  <a:schemeClr val="dk1"/>
                </a:solidFill>
              </a:rPr>
              <a:t>more efficient than uninformed search algorithms</a:t>
            </a:r>
            <a:r>
              <a:rPr lang="en">
                <a:solidFill>
                  <a:schemeClr val="dk1"/>
                </a:solidFill>
              </a:rPr>
              <a:t> such as Breadth-First Search, Depth-First Search, and Uniform Cost Search. In other words, A* is an informed search algorithm and it relies on an admissible heuristic that is tied to each application and domain to be optimal.</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To explain How A* Works, I’ll pass it over to Chime.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i="1" lang="en">
                <a:solidFill>
                  <a:schemeClr val="dk1"/>
                </a:solidFill>
              </a:rPr>
              <a:t>(change slide)</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d4d026c0d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3d4d026c0d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u="sng">
                <a:solidFill>
                  <a:schemeClr val="dk1"/>
                </a:solidFill>
              </a:rPr>
              <a:t>Slide 4 - Chime</a:t>
            </a:r>
            <a:endParaRPr u="sng">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This slide shows the basic idea of how A* works. A* tries to find the best path from a starting point to a goal by combining two values. The first is </a:t>
            </a:r>
            <a:r>
              <a:rPr b="1" lang="en">
                <a:solidFill>
                  <a:schemeClr val="dk1"/>
                </a:solidFill>
              </a:rPr>
              <a:t>g of n</a:t>
            </a:r>
            <a:r>
              <a:rPr lang="en">
                <a:solidFill>
                  <a:schemeClr val="dk1"/>
                </a:solidFill>
              </a:rPr>
              <a:t>, which is the actual cost of the path so far, or how far you’ve already traveled. The second value is </a:t>
            </a:r>
            <a:r>
              <a:rPr b="1" lang="en">
                <a:solidFill>
                  <a:schemeClr val="dk1"/>
                </a:solidFill>
              </a:rPr>
              <a:t>h of n</a:t>
            </a:r>
            <a:r>
              <a:rPr lang="en">
                <a:solidFill>
                  <a:schemeClr val="dk1"/>
                </a:solidFill>
              </a:rPr>
              <a:t>, which is the estimated cost from the current position to the goal.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When we value add those together, we get </a:t>
            </a:r>
            <a:r>
              <a:rPr b="1" lang="en">
                <a:solidFill>
                  <a:schemeClr val="dk1"/>
                </a:solidFill>
              </a:rPr>
              <a:t>f of n</a:t>
            </a:r>
            <a:r>
              <a:rPr lang="en">
                <a:solidFill>
                  <a:schemeClr val="dk1"/>
                </a:solidFill>
              </a:rPr>
              <a:t>, which is the total estimated cost of taking that path. A* compares different possible paths and chooses the one that looks the most promising based on that tota valel.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instead of checking every possible route equally, it uses both real cost and estimated remaining cost to guide the search more efficiently. That’s what makes A* faster and more practical than uninformed search methods in many cases.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Passing over to Adalynn.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a:solidFill>
                  <a:schemeClr val="dk1"/>
                </a:solidFill>
              </a:rPr>
              <a:t>(change slide)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u="sng">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d409f51382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3d409f51382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u="sng">
                <a:solidFill>
                  <a:schemeClr val="dk1"/>
                </a:solidFill>
              </a:rPr>
              <a:t>Slide 5 - </a:t>
            </a:r>
            <a:r>
              <a:rPr lang="en" u="sng">
                <a:solidFill>
                  <a:schemeClr val="dk1"/>
                </a:solidFill>
              </a:rPr>
              <a:t>Adalynn</a:t>
            </a:r>
            <a:endParaRPr u="sng">
              <a:solidFill>
                <a:schemeClr val="dk1"/>
              </a:solidFill>
            </a:endParaRPr>
          </a:p>
          <a:p>
            <a:pPr indent="0" lvl="0" marL="0" rtl="0" algn="l">
              <a:lnSpc>
                <a:spcPct val="115000"/>
              </a:lnSpc>
              <a:spcBef>
                <a:spcPts val="0"/>
              </a:spcBef>
              <a:spcAft>
                <a:spcPts val="0"/>
              </a:spcAft>
              <a:buNone/>
            </a:pPr>
            <a:r>
              <a:rPr lang="en">
                <a:solidFill>
                  <a:schemeClr val="dk1"/>
                </a:solidFill>
              </a:rPr>
              <a:t>A benefit of using A* includes the ability to Find Optimal Paths With A Good Heuristic, which in turn makes A* More Efficient Than Uninformed Search. What classifies as a good heuristic is one that is admissible, in other words, one that will never overestimate the cost of any path, or one that is consistent, meaning that for every node, the cost of the heuristic is less than the cost of said node to its successor due to an action plus the heuristic of the successor node.</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This means that A* is beneficial for problems that require traversing, which is why it is Widely Applicable in Maps, Games, And Robotics.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i="1" lang="en">
                <a:solidFill>
                  <a:schemeClr val="dk1"/>
                </a:solidFill>
              </a:rPr>
              <a:t>(change slide)</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d3b4499c09_1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3d3b4499c09_1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u="sng">
                <a:solidFill>
                  <a:schemeClr val="dk1"/>
                </a:solidFill>
              </a:rPr>
              <a:t>Slide 6 - Chime</a:t>
            </a:r>
            <a:endParaRPr u="sng">
              <a:solidFill>
                <a:schemeClr val="dk1"/>
              </a:solidFill>
            </a:endParaRPr>
          </a:p>
          <a:p>
            <a:pPr indent="0" lvl="0" marL="0" rtl="0" algn="l">
              <a:lnSpc>
                <a:spcPct val="115000"/>
              </a:lnSpc>
              <a:spcBef>
                <a:spcPts val="0"/>
              </a:spcBef>
              <a:spcAft>
                <a:spcPts val="0"/>
              </a:spcAft>
              <a:buNone/>
            </a:pPr>
            <a:r>
              <a:rPr lang="en">
                <a:solidFill>
                  <a:schemeClr val="dk1"/>
                </a:solidFill>
              </a:rPr>
              <a:t>Some limitations of A* includes High Memory Usage, the Performance is Dependent On A Good Heuristic, and that A* is Less Effective In Dynamic Environments.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For High Memory Usage, this applies to much larger and harder problem spaces or with systems with low memory. It is possible that either the number of nodes that has to be expanded can become exponential. It is also possible that when it runs out of available memory, some subtrees may be removed only to be later revisited again since it has lost the information from said subtrees.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As I’ve alluded to earlier, it requires a good heuristic in order to be optimal, but what if the heuristic is sub-optimal or not even a good for the domain problem? Then we would run into an issue where a sub-optimal </a:t>
            </a:r>
            <a:r>
              <a:rPr lang="en">
                <a:solidFill>
                  <a:schemeClr val="dk1"/>
                </a:solidFill>
              </a:rPr>
              <a:t>heuristic</a:t>
            </a:r>
            <a:r>
              <a:rPr lang="en">
                <a:solidFill>
                  <a:schemeClr val="dk1"/>
                </a:solidFill>
              </a:rPr>
              <a:t> would produce a sub-optimal solution where the final cost of A* with the sub-optimal heuristic would be greater than one with an optimal heuristic.</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As with Dynamic Environments, if multiple variables were to be changed or updated as time goes on, A* would have to run again and again in order to have accurate information on the environment, making A* costly to run frequently.</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i="1" lang="en">
                <a:solidFill>
                  <a:schemeClr val="dk1"/>
                </a:solidFill>
              </a:rPr>
              <a:t>(change slide)</a:t>
            </a:r>
            <a:endParaRPr u="sng">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d3b4499c09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3d3b4499c09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Slide 7 - </a:t>
            </a:r>
            <a:r>
              <a:rPr lang="en" u="sng"/>
              <a:t>Adalynn: </a:t>
            </a:r>
            <a:endParaRPr u="sng"/>
          </a:p>
          <a:p>
            <a:pPr indent="0" lvl="0" marL="0" rtl="0" algn="l">
              <a:lnSpc>
                <a:spcPct val="115000"/>
              </a:lnSpc>
              <a:spcBef>
                <a:spcPts val="1200"/>
              </a:spcBef>
              <a:spcAft>
                <a:spcPts val="0"/>
              </a:spcAft>
              <a:buClr>
                <a:schemeClr val="dk1"/>
              </a:buClr>
              <a:buSzPts val="1100"/>
              <a:buFont typeface="Arial"/>
              <a:buNone/>
            </a:pPr>
            <a:r>
              <a:rPr lang="en"/>
              <a:t>One real-world use of A* is map navigation. The main goal here is to find an efficient route from a starting point to a destination without checking every possible road.</a:t>
            </a:r>
            <a:endParaRPr/>
          </a:p>
          <a:p>
            <a:pPr indent="0" lvl="0" marL="0" rtl="0" algn="l">
              <a:lnSpc>
                <a:spcPct val="115000"/>
              </a:lnSpc>
              <a:spcBef>
                <a:spcPts val="1200"/>
              </a:spcBef>
              <a:spcAft>
                <a:spcPts val="0"/>
              </a:spcAft>
              <a:buClr>
                <a:schemeClr val="dk1"/>
              </a:buClr>
              <a:buSzPts val="1100"/>
              <a:buFont typeface="Arial"/>
              <a:buNone/>
            </a:pPr>
            <a:r>
              <a:rPr lang="en"/>
              <a:t>This is where A* is useful, because it combines two things: the distance already traveled, and an estimate of the distance still left to the destination. That lets it focus on routes that are more likely to be efficient instead of exploring everything blindly.</a:t>
            </a:r>
            <a:endParaRPr/>
          </a:p>
          <a:p>
            <a:pPr indent="0" lvl="0" marL="0" rtl="0" algn="l">
              <a:lnSpc>
                <a:spcPct val="115000"/>
              </a:lnSpc>
              <a:spcBef>
                <a:spcPts val="1200"/>
              </a:spcBef>
              <a:spcAft>
                <a:spcPts val="0"/>
              </a:spcAft>
              <a:buClr>
                <a:schemeClr val="dk1"/>
              </a:buClr>
              <a:buSzPts val="1100"/>
              <a:buFont typeface="Arial"/>
              <a:buNone/>
            </a:pPr>
            <a:r>
              <a:rPr lang="en"/>
              <a:t>In systems like GPS or digital maps, that matters because road networks are huge. There may be thousands of possible paths, especially in cities. A* helps narrow those down and prioritize the routes that look the most promising.</a:t>
            </a:r>
            <a:endParaRPr/>
          </a:p>
          <a:p>
            <a:pPr indent="0" lvl="0" marL="0" rtl="0" algn="l">
              <a:lnSpc>
                <a:spcPct val="115000"/>
              </a:lnSpc>
              <a:spcBef>
                <a:spcPts val="1200"/>
              </a:spcBef>
              <a:spcAft>
                <a:spcPts val="0"/>
              </a:spcAft>
              <a:buClr>
                <a:schemeClr val="dk1"/>
              </a:buClr>
              <a:buSzPts val="1100"/>
              <a:buFont typeface="Arial"/>
              <a:buNone/>
            </a:pPr>
            <a:r>
              <a:rPr lang="en"/>
              <a:t>So in practice, it can help a navigation system find shorter routes faster, reduce unnecessary searching, and work more efficiently on large-scale maps. That’s why A* is a strong fit for route planning and navigation problems.</a:t>
            </a:r>
            <a:endParaRPr/>
          </a:p>
          <a:p>
            <a:pPr indent="0" lvl="0" marL="0" rtl="0" algn="l">
              <a:lnSpc>
                <a:spcPct val="115000"/>
              </a:lnSpc>
              <a:spcBef>
                <a:spcPts val="1200"/>
              </a:spcBef>
              <a:spcAft>
                <a:spcPts val="0"/>
              </a:spcAft>
              <a:buClr>
                <a:schemeClr val="dk1"/>
              </a:buClr>
              <a:buSzPts val="1100"/>
              <a:buFont typeface="Arial"/>
              <a:buNone/>
            </a:pPr>
            <a:r>
              <a:rPr i="1" lang="en">
                <a:solidFill>
                  <a:schemeClr val="dk1"/>
                </a:solidFill>
              </a:rPr>
              <a:t>(change slide)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d409f51382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3d409f51382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u="sng">
                <a:solidFill>
                  <a:schemeClr val="dk1"/>
                </a:solidFill>
              </a:rPr>
              <a:t>Slide 8 - Chime:</a:t>
            </a:r>
            <a:endParaRPr u="sng">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Another major application of A* is in game development, especially for pathfinding. In a lot of games, non-playable characters, or NPCs, needs to move from one location to another in a way that looks smart and realistic.</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Instead of just moving in a straight line and getting stuck on walls or obstacles, A* helps the game calculate a path that actually works within the map boundraries. It does that by choosing routes that seem efficient while still accounting for the layout of the environment.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useful in games because movement often has to happen in real time. Enemies, teammates, or other units need to react quickly and navigate around terrain, walls, or blocked areas.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example, in strategy games like </a:t>
            </a:r>
            <a:r>
              <a:rPr b="1" lang="en">
                <a:solidFill>
                  <a:schemeClr val="dk1"/>
                </a:solidFill>
              </a:rPr>
              <a:t>StarCraft</a:t>
            </a:r>
            <a:r>
              <a:rPr lang="en">
                <a:solidFill>
                  <a:schemeClr val="dk1"/>
                </a:solidFill>
              </a:rPr>
              <a:t>, units often need to move across the map while avoiding terrain, structures, and other obstacles, while still reaching the target efficiently. A* helps make those movements look more intelligent instead of random or inefficient.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overall, A* helps NPCs move toward goals more efficiently, avoid obstacles, and make game behavior look more intelligent. That’s why pathfinding is one of the most common uses of A* in video games.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a:solidFill>
                  <a:schemeClr val="dk1"/>
                </a:solidFill>
              </a:rPr>
              <a:t>(change slide)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3d409f51382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3d409f51382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u="sng"/>
              <a:t>Slide 9 - Adalynn:</a:t>
            </a:r>
            <a:endParaRPr u="sng"/>
          </a:p>
          <a:p>
            <a:pPr indent="0" lvl="0" marL="0" rtl="0" algn="l">
              <a:lnSpc>
                <a:spcPct val="115000"/>
              </a:lnSpc>
              <a:spcBef>
                <a:spcPts val="1200"/>
              </a:spcBef>
              <a:spcAft>
                <a:spcPts val="0"/>
              </a:spcAft>
              <a:buClr>
                <a:schemeClr val="dk1"/>
              </a:buClr>
              <a:buSzPts val="1100"/>
              <a:buFont typeface="Arial"/>
              <a:buNone/>
            </a:pPr>
            <a:r>
              <a:rPr lang="en"/>
              <a:t>Another important real-world use of A* is in robotics. In this case, the main problem is path planning, which means figuring out how a robot can move from a starting point to a goal safely and efficiently.</a:t>
            </a:r>
            <a:endParaRPr/>
          </a:p>
          <a:p>
            <a:pPr indent="0" lvl="0" marL="0" rtl="0" algn="l">
              <a:lnSpc>
                <a:spcPct val="115000"/>
              </a:lnSpc>
              <a:spcBef>
                <a:spcPts val="1200"/>
              </a:spcBef>
              <a:spcAft>
                <a:spcPts val="0"/>
              </a:spcAft>
              <a:buClr>
                <a:schemeClr val="dk1"/>
              </a:buClr>
              <a:buSzPts val="1100"/>
              <a:buFont typeface="Arial"/>
              <a:buNone/>
            </a:pPr>
            <a:r>
              <a:rPr lang="en"/>
              <a:t>This is useful because robots usually operate in environments with obstacles, so they cannot just move in a straight line. They have to find a route that actually works while still keeping the movement efficient.</a:t>
            </a:r>
            <a:endParaRPr/>
          </a:p>
          <a:p>
            <a:pPr indent="0" lvl="0" marL="0" rtl="0" algn="l">
              <a:lnSpc>
                <a:spcPct val="115000"/>
              </a:lnSpc>
              <a:spcBef>
                <a:spcPts val="1200"/>
              </a:spcBef>
              <a:spcAft>
                <a:spcPts val="0"/>
              </a:spcAft>
              <a:buClr>
                <a:schemeClr val="dk1"/>
              </a:buClr>
              <a:buSzPts val="1100"/>
              <a:buFont typeface="Arial"/>
              <a:buNone/>
            </a:pPr>
            <a:r>
              <a:rPr lang="en"/>
              <a:t>A* helps with that by evaluating possible paths and choosing one that balances the cost so far with an estimate of the remaining cost to the destination. In other words, it helps the robot make smarter movement decisions instead of just exploring blindly.</a:t>
            </a:r>
            <a:endParaRPr/>
          </a:p>
          <a:p>
            <a:pPr indent="0" lvl="0" marL="0" rtl="0" algn="l">
              <a:lnSpc>
                <a:spcPct val="115000"/>
              </a:lnSpc>
              <a:spcBef>
                <a:spcPts val="1200"/>
              </a:spcBef>
              <a:spcAft>
                <a:spcPts val="0"/>
              </a:spcAft>
              <a:buClr>
                <a:schemeClr val="dk1"/>
              </a:buClr>
              <a:buSzPts val="1100"/>
              <a:buFont typeface="Arial"/>
              <a:buNone/>
            </a:pPr>
            <a:r>
              <a:rPr lang="en"/>
              <a:t>In practice, this matters in places like warehouses, factories, and autonomous systems, where robots need to move around objects, avoid collisions, and still reach their target reliably.</a:t>
            </a:r>
            <a:endParaRPr/>
          </a:p>
          <a:p>
            <a:pPr indent="0" lvl="0" marL="0" rtl="0" algn="l">
              <a:lnSpc>
                <a:spcPct val="115000"/>
              </a:lnSpc>
              <a:spcBef>
                <a:spcPts val="1200"/>
              </a:spcBef>
              <a:spcAft>
                <a:spcPts val="0"/>
              </a:spcAft>
              <a:buClr>
                <a:schemeClr val="dk1"/>
              </a:buClr>
              <a:buSzPts val="1100"/>
              <a:buFont typeface="Arial"/>
              <a:buNone/>
            </a:pPr>
            <a:r>
              <a:rPr lang="en"/>
              <a:t>So overall, A* improves efficiency, safety, and reliability, which is why it is such a useful algorithm for robotic navigation.</a:t>
            </a:r>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d3b4499c09_1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3d3b4499c09_1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u="sng">
                <a:solidFill>
                  <a:schemeClr val="dk1"/>
                </a:solidFill>
              </a:rPr>
              <a:t>Slide 10 - Chime</a:t>
            </a:r>
            <a:endParaRPr u="sng">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To recap, A* is a powerful pathfinding algorithm that is used in real-world applications where you navigate from one destination to another on a map, allow for NPCs and enemies to traverse effectively, and make robots maneuver around blocked routes.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It all stems from trying to balance the path cost with the estimated distance to the goal, and although it has some limitations, it is a practical search algorithm that is still used in AI today.</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i="1" lang="en">
                <a:solidFill>
                  <a:schemeClr val="dk1"/>
                </a:solidFill>
              </a:rPr>
              <a:t>(change slide)</a:t>
            </a:r>
            <a:endParaRPr i="1">
              <a:solidFill>
                <a:schemeClr val="dk1"/>
              </a:solidFill>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u="sng">
                <a:solidFill>
                  <a:schemeClr val="dk1"/>
                </a:solidFill>
              </a:rPr>
              <a:t>Slide 11 - Chime</a:t>
            </a:r>
            <a:endParaRPr/>
          </a:p>
          <a:p>
            <a:pPr indent="0" lvl="0" marL="0" rtl="0" algn="l">
              <a:spcBef>
                <a:spcPts val="0"/>
              </a:spcBef>
              <a:spcAft>
                <a:spcPts val="0"/>
              </a:spcAft>
              <a:buNone/>
            </a:pPr>
            <a:r>
              <a:rPr lang="en"/>
              <a:t>Thank You</a:t>
            </a:r>
            <a:endParaRPr/>
          </a:p>
          <a:p>
            <a:pPr indent="0" lvl="0" marL="0" rtl="0" algn="l">
              <a:spcBef>
                <a:spcPts val="0"/>
              </a:spcBef>
              <a:spcAft>
                <a:spcPts val="0"/>
              </a:spcAft>
              <a:buNone/>
            </a:pPr>
            <a:r>
              <a:rPr i="1" lang="en"/>
              <a:t>(change slide)</a:t>
            </a:r>
            <a:endParaRPr i="1"/>
          </a:p>
          <a:p>
            <a:pPr indent="0" lvl="0" marL="0" rtl="0" algn="l">
              <a:spcBef>
                <a:spcPts val="0"/>
              </a:spcBef>
              <a:spcAft>
                <a:spcPts val="0"/>
              </a:spcAft>
              <a:buNone/>
            </a:pPr>
            <a:r>
              <a:t/>
            </a:r>
            <a:endParaRPr/>
          </a:p>
          <a:p>
            <a:pPr indent="0" lvl="0" marL="0" rtl="0" algn="l">
              <a:lnSpc>
                <a:spcPct val="115000"/>
              </a:lnSpc>
              <a:spcBef>
                <a:spcPts val="0"/>
              </a:spcBef>
              <a:spcAft>
                <a:spcPts val="0"/>
              </a:spcAft>
              <a:buClr>
                <a:schemeClr val="dk1"/>
              </a:buClr>
              <a:buSzPts val="1100"/>
              <a:buFont typeface="Arial"/>
              <a:buNone/>
            </a:pPr>
            <a:r>
              <a:rPr lang="en" u="sng">
                <a:solidFill>
                  <a:schemeClr val="dk1"/>
                </a:solidFill>
              </a:rPr>
              <a:t>Slide 12 - Chime</a:t>
            </a:r>
            <a:endParaRPr/>
          </a:p>
          <a:p>
            <a:pPr indent="0" lvl="0" marL="0" rtl="0" algn="l">
              <a:spcBef>
                <a:spcPts val="0"/>
              </a:spcBef>
              <a:spcAft>
                <a:spcPts val="0"/>
              </a:spcAft>
              <a:buNone/>
            </a:pPr>
            <a:r>
              <a:rPr lang="en"/>
              <a:t>And these are our references. Any </a:t>
            </a:r>
            <a:r>
              <a:rPr lang="en"/>
              <a:t>questions</a:t>
            </a:r>
            <a:r>
              <a:rPr lang="en"/>
              <a:t>?</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d2cb5dd0ed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3d2cb5dd0ed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d2cb5dd0ed_0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3d2cb5dd0ed_0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_1">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_2">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_2">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4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_1">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95" name="Shape 95"/>
        <p:cNvGrpSpPr/>
        <p:nvPr/>
      </p:nvGrpSpPr>
      <p:grpSpPr>
        <a:xfrm>
          <a:off x="0" y="0"/>
          <a:ext cx="0" cy="0"/>
          <a:chOff x="0" y="0"/>
          <a:chExt cx="0" cy="0"/>
        </a:xfrm>
      </p:grpSpPr>
      <p:sp>
        <p:nvSpPr>
          <p:cNvPr id="96" name="Google Shape;96;p25"/>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2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98" name="Google Shape;98;p2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9" name="Google Shape;99;p2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0" name="Google Shape;100;p2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1" name="Google Shape;101;p2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2" name="Google Shape;102;p2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3" name="Google Shape;103;p2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04" name="Shape 104"/>
        <p:cNvGrpSpPr/>
        <p:nvPr/>
      </p:nvGrpSpPr>
      <p:grpSpPr>
        <a:xfrm>
          <a:off x="0" y="0"/>
          <a:ext cx="0" cy="0"/>
          <a:chOff x="0" y="0"/>
          <a:chExt cx="0" cy="0"/>
        </a:xfrm>
      </p:grpSpPr>
      <p:sp>
        <p:nvSpPr>
          <p:cNvPr id="105" name="Google Shape;105;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26"/>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07" name="Google Shape;107;p26"/>
          <p:cNvSpPr/>
          <p:nvPr>
            <p:ph idx="2" type="pic"/>
          </p:nvPr>
        </p:nvSpPr>
        <p:spPr>
          <a:xfrm>
            <a:off x="4992024" y="1152775"/>
            <a:ext cx="3840300" cy="3416400"/>
          </a:xfrm>
          <a:prstGeom prst="rect">
            <a:avLst/>
          </a:prstGeom>
          <a:noFill/>
          <a:ln>
            <a:noFill/>
          </a:ln>
        </p:spPr>
      </p:sp>
      <p:sp>
        <p:nvSpPr>
          <p:cNvPr id="108" name="Google Shape;108;p2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109" name="Shape 109"/>
        <p:cNvGrpSpPr/>
        <p:nvPr/>
      </p:nvGrpSpPr>
      <p:grpSpPr>
        <a:xfrm>
          <a:off x="0" y="0"/>
          <a:ext cx="0" cy="0"/>
          <a:chOff x="0" y="0"/>
          <a:chExt cx="0" cy="0"/>
        </a:xfrm>
      </p:grpSpPr>
      <p:sp>
        <p:nvSpPr>
          <p:cNvPr id="110" name="Google Shape;110;p2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111" name="Google Shape;111;p2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2" name="Google Shape;112;p27"/>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13" name="Google Shape;113;p2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14" name="Google Shape;114;p2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5" name="Google Shape;115;p2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16" name="Shape 116"/>
        <p:cNvGrpSpPr/>
        <p:nvPr/>
      </p:nvGrpSpPr>
      <p:grpSpPr>
        <a:xfrm>
          <a:off x="0" y="0"/>
          <a:ext cx="0" cy="0"/>
          <a:chOff x="0" y="0"/>
          <a:chExt cx="0" cy="0"/>
        </a:xfrm>
      </p:grpSpPr>
      <p:sp>
        <p:nvSpPr>
          <p:cNvPr id="117" name="Google Shape;117;p2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118" name="Google Shape;118;p28"/>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19" name="Google Shape;119;p2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0" name="Google Shape;120;p28"/>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1" name="Google Shape;121;p2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22" name="Google Shape;122;p28"/>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23" name="Google Shape;123;p28"/>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24" name="Google Shape;124;p28"/>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_1">
    <p:spTree>
      <p:nvGrpSpPr>
        <p:cNvPr id="125" name="Shape 125"/>
        <p:cNvGrpSpPr/>
        <p:nvPr/>
      </p:nvGrpSpPr>
      <p:grpSpPr>
        <a:xfrm>
          <a:off x="0" y="0"/>
          <a:ext cx="0" cy="0"/>
          <a:chOff x="0" y="0"/>
          <a:chExt cx="0" cy="0"/>
        </a:xfrm>
      </p:grpSpPr>
      <p:sp>
        <p:nvSpPr>
          <p:cNvPr id="126" name="Google Shape;126;p2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127" name="Google Shape;127;p29"/>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8" name="Google Shape;128;p2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29" name="Google Shape;129;p2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0" name="Google Shape;130;p2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1" name="Google Shape;131;p29"/>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32" name="Google Shape;132;p2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3" name="Google Shape;133;p2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4" name="Google Shape;134;p2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5" name="Google Shape;135;p2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_1">
    <p:spTree>
      <p:nvGrpSpPr>
        <p:cNvPr id="136" name="Shape 136"/>
        <p:cNvGrpSpPr/>
        <p:nvPr/>
      </p:nvGrpSpPr>
      <p:grpSpPr>
        <a:xfrm>
          <a:off x="0" y="0"/>
          <a:ext cx="0" cy="0"/>
          <a:chOff x="0" y="0"/>
          <a:chExt cx="0" cy="0"/>
        </a:xfrm>
      </p:grpSpPr>
      <p:sp>
        <p:nvSpPr>
          <p:cNvPr id="137" name="Google Shape;137;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3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139" name="Google Shape;139;p3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40" name="Shape 140"/>
        <p:cNvGrpSpPr/>
        <p:nvPr/>
      </p:nvGrpSpPr>
      <p:grpSpPr>
        <a:xfrm>
          <a:off x="0" y="0"/>
          <a:ext cx="0" cy="0"/>
          <a:chOff x="0" y="0"/>
          <a:chExt cx="0" cy="0"/>
        </a:xfrm>
      </p:grpSpPr>
      <p:sp>
        <p:nvSpPr>
          <p:cNvPr id="141" name="Google Shape;141;p31"/>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2" name="Google Shape;142;p31"/>
          <p:cNvSpPr/>
          <p:nvPr>
            <p:ph idx="2" type="pic"/>
          </p:nvPr>
        </p:nvSpPr>
        <p:spPr>
          <a:xfrm>
            <a:off x="4804825" y="1133300"/>
            <a:ext cx="4027500" cy="2392800"/>
          </a:xfrm>
          <a:prstGeom prst="rect">
            <a:avLst/>
          </a:prstGeom>
          <a:noFill/>
          <a:ln>
            <a:noFill/>
          </a:ln>
        </p:spPr>
      </p:sp>
      <p:sp>
        <p:nvSpPr>
          <p:cNvPr id="143" name="Google Shape;143;p31"/>
          <p:cNvSpPr/>
          <p:nvPr>
            <p:ph idx="3" type="pic"/>
          </p:nvPr>
        </p:nvSpPr>
        <p:spPr>
          <a:xfrm>
            <a:off x="311725" y="1133300"/>
            <a:ext cx="4027500" cy="2392800"/>
          </a:xfrm>
          <a:prstGeom prst="rect">
            <a:avLst/>
          </a:prstGeom>
          <a:noFill/>
          <a:ln>
            <a:noFill/>
          </a:ln>
        </p:spPr>
      </p:sp>
      <p:sp>
        <p:nvSpPr>
          <p:cNvPr id="144" name="Google Shape;144;p3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5" name="Google Shape;145;p3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146" name="Google Shape;146;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3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48" name="Google Shape;148;p3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49" name="Shape 149"/>
        <p:cNvGrpSpPr/>
        <p:nvPr/>
      </p:nvGrpSpPr>
      <p:grpSpPr>
        <a:xfrm>
          <a:off x="0" y="0"/>
          <a:ext cx="0" cy="0"/>
          <a:chOff x="0" y="0"/>
          <a:chExt cx="0" cy="0"/>
        </a:xfrm>
      </p:grpSpPr>
      <p:sp>
        <p:nvSpPr>
          <p:cNvPr id="150" name="Google Shape;150;p32"/>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1" name="Google Shape;151;p32"/>
          <p:cNvSpPr/>
          <p:nvPr>
            <p:ph idx="2" type="pic"/>
          </p:nvPr>
        </p:nvSpPr>
        <p:spPr>
          <a:xfrm>
            <a:off x="6205225" y="1128325"/>
            <a:ext cx="2627100" cy="2273100"/>
          </a:xfrm>
          <a:prstGeom prst="rect">
            <a:avLst/>
          </a:prstGeom>
          <a:noFill/>
          <a:ln>
            <a:noFill/>
          </a:ln>
        </p:spPr>
      </p:sp>
      <p:sp>
        <p:nvSpPr>
          <p:cNvPr id="152" name="Google Shape;152;p32"/>
          <p:cNvSpPr/>
          <p:nvPr>
            <p:ph idx="3" type="pic"/>
          </p:nvPr>
        </p:nvSpPr>
        <p:spPr>
          <a:xfrm>
            <a:off x="311725" y="1128325"/>
            <a:ext cx="2627100" cy="2273100"/>
          </a:xfrm>
          <a:prstGeom prst="rect">
            <a:avLst/>
          </a:prstGeom>
          <a:noFill/>
          <a:ln>
            <a:noFill/>
          </a:ln>
        </p:spPr>
      </p:sp>
      <p:sp>
        <p:nvSpPr>
          <p:cNvPr id="153" name="Google Shape;153;p3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4" name="Google Shape;154;p32"/>
          <p:cNvSpPr/>
          <p:nvPr>
            <p:ph idx="5" type="pic"/>
          </p:nvPr>
        </p:nvSpPr>
        <p:spPr>
          <a:xfrm>
            <a:off x="3255250" y="1128325"/>
            <a:ext cx="2627100" cy="2273100"/>
          </a:xfrm>
          <a:prstGeom prst="rect">
            <a:avLst/>
          </a:prstGeom>
          <a:noFill/>
          <a:ln>
            <a:noFill/>
          </a:ln>
        </p:spPr>
      </p:sp>
      <p:sp>
        <p:nvSpPr>
          <p:cNvPr id="155" name="Google Shape;155;p3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6" name="Google Shape;156;p3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157" name="Google Shape;157;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8" name="Google Shape;158;p3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59" name="Google Shape;159;p3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60" name="Google Shape;160;p3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61" name="Shape 161"/>
        <p:cNvGrpSpPr/>
        <p:nvPr/>
      </p:nvGrpSpPr>
      <p:grpSpPr>
        <a:xfrm>
          <a:off x="0" y="0"/>
          <a:ext cx="0" cy="0"/>
          <a:chOff x="0" y="0"/>
          <a:chExt cx="0" cy="0"/>
        </a:xfrm>
      </p:grpSpPr>
      <p:sp>
        <p:nvSpPr>
          <p:cNvPr id="162" name="Google Shape;162;p33"/>
          <p:cNvSpPr/>
          <p:nvPr>
            <p:ph idx="2" type="pic"/>
          </p:nvPr>
        </p:nvSpPr>
        <p:spPr>
          <a:xfrm>
            <a:off x="311700" y="445025"/>
            <a:ext cx="8520600" cy="4218300"/>
          </a:xfrm>
          <a:prstGeom prst="rect">
            <a:avLst/>
          </a:prstGeom>
          <a:noFill/>
          <a:ln>
            <a:noFill/>
          </a:ln>
        </p:spPr>
      </p:sp>
      <p:sp>
        <p:nvSpPr>
          <p:cNvPr id="163" name="Google Shape;163;p3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64" name="Shape 164"/>
        <p:cNvGrpSpPr/>
        <p:nvPr/>
      </p:nvGrpSpPr>
      <p:grpSpPr>
        <a:xfrm>
          <a:off x="0" y="0"/>
          <a:ext cx="0" cy="0"/>
          <a:chOff x="0" y="0"/>
          <a:chExt cx="0" cy="0"/>
        </a:xfrm>
      </p:grpSpPr>
      <p:sp>
        <p:nvSpPr>
          <p:cNvPr id="165" name="Google Shape;165;p3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166" name="Google Shape;166;p34"/>
          <p:cNvSpPr/>
          <p:nvPr>
            <p:ph idx="2" type="pic"/>
          </p:nvPr>
        </p:nvSpPr>
        <p:spPr>
          <a:xfrm>
            <a:off x="3389600" y="118913"/>
            <a:ext cx="1643700" cy="1535100"/>
          </a:xfrm>
          <a:prstGeom prst="rect">
            <a:avLst/>
          </a:prstGeom>
          <a:noFill/>
          <a:ln>
            <a:noFill/>
          </a:ln>
        </p:spPr>
      </p:sp>
      <p:sp>
        <p:nvSpPr>
          <p:cNvPr id="167" name="Google Shape;167;p34"/>
          <p:cNvSpPr/>
          <p:nvPr>
            <p:ph idx="3" type="pic"/>
          </p:nvPr>
        </p:nvSpPr>
        <p:spPr>
          <a:xfrm>
            <a:off x="5195935" y="118913"/>
            <a:ext cx="1643700" cy="1535100"/>
          </a:xfrm>
          <a:prstGeom prst="rect">
            <a:avLst/>
          </a:prstGeom>
          <a:noFill/>
          <a:ln>
            <a:noFill/>
          </a:ln>
        </p:spPr>
      </p:sp>
      <p:sp>
        <p:nvSpPr>
          <p:cNvPr id="168" name="Google Shape;168;p34"/>
          <p:cNvSpPr/>
          <p:nvPr>
            <p:ph idx="4" type="pic"/>
          </p:nvPr>
        </p:nvSpPr>
        <p:spPr>
          <a:xfrm>
            <a:off x="7002270" y="118913"/>
            <a:ext cx="1643700" cy="1535100"/>
          </a:xfrm>
          <a:prstGeom prst="rect">
            <a:avLst/>
          </a:prstGeom>
          <a:noFill/>
          <a:ln>
            <a:noFill/>
          </a:ln>
        </p:spPr>
      </p:sp>
      <p:sp>
        <p:nvSpPr>
          <p:cNvPr id="169" name="Google Shape;169;p34"/>
          <p:cNvSpPr/>
          <p:nvPr>
            <p:ph idx="5" type="pic"/>
          </p:nvPr>
        </p:nvSpPr>
        <p:spPr>
          <a:xfrm>
            <a:off x="3389588" y="1804212"/>
            <a:ext cx="1643700" cy="1535100"/>
          </a:xfrm>
          <a:prstGeom prst="rect">
            <a:avLst/>
          </a:prstGeom>
          <a:noFill/>
          <a:ln>
            <a:noFill/>
          </a:ln>
        </p:spPr>
      </p:sp>
      <p:sp>
        <p:nvSpPr>
          <p:cNvPr id="170" name="Google Shape;170;p34"/>
          <p:cNvSpPr/>
          <p:nvPr>
            <p:ph idx="6" type="pic"/>
          </p:nvPr>
        </p:nvSpPr>
        <p:spPr>
          <a:xfrm>
            <a:off x="5195922" y="1804212"/>
            <a:ext cx="1643700" cy="1535100"/>
          </a:xfrm>
          <a:prstGeom prst="rect">
            <a:avLst/>
          </a:prstGeom>
          <a:noFill/>
          <a:ln>
            <a:noFill/>
          </a:ln>
        </p:spPr>
      </p:sp>
      <p:sp>
        <p:nvSpPr>
          <p:cNvPr id="171" name="Google Shape;171;p34"/>
          <p:cNvSpPr/>
          <p:nvPr>
            <p:ph idx="7" type="pic"/>
          </p:nvPr>
        </p:nvSpPr>
        <p:spPr>
          <a:xfrm>
            <a:off x="7002257" y="1804212"/>
            <a:ext cx="1643700" cy="1535100"/>
          </a:xfrm>
          <a:prstGeom prst="rect">
            <a:avLst/>
          </a:prstGeom>
          <a:noFill/>
          <a:ln>
            <a:noFill/>
          </a:ln>
        </p:spPr>
      </p:sp>
      <p:sp>
        <p:nvSpPr>
          <p:cNvPr id="172" name="Google Shape;172;p3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 name="Google Shape;173;p34"/>
          <p:cNvSpPr/>
          <p:nvPr>
            <p:ph idx="8" type="pic"/>
          </p:nvPr>
        </p:nvSpPr>
        <p:spPr>
          <a:xfrm>
            <a:off x="3389588" y="3489487"/>
            <a:ext cx="1643700" cy="1535100"/>
          </a:xfrm>
          <a:prstGeom prst="rect">
            <a:avLst/>
          </a:prstGeom>
          <a:noFill/>
          <a:ln>
            <a:noFill/>
          </a:ln>
        </p:spPr>
      </p:sp>
      <p:sp>
        <p:nvSpPr>
          <p:cNvPr id="174" name="Google Shape;174;p34"/>
          <p:cNvSpPr/>
          <p:nvPr>
            <p:ph idx="9" type="pic"/>
          </p:nvPr>
        </p:nvSpPr>
        <p:spPr>
          <a:xfrm>
            <a:off x="5195922" y="3489487"/>
            <a:ext cx="1643700" cy="1535100"/>
          </a:xfrm>
          <a:prstGeom prst="rect">
            <a:avLst/>
          </a:prstGeom>
          <a:noFill/>
          <a:ln>
            <a:noFill/>
          </a:ln>
        </p:spPr>
      </p:sp>
      <p:sp>
        <p:nvSpPr>
          <p:cNvPr id="175" name="Google Shape;175;p3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spTree>
      <p:nvGrpSpPr>
        <p:cNvPr id="176" name="Shape 176"/>
        <p:cNvGrpSpPr/>
        <p:nvPr/>
      </p:nvGrpSpPr>
      <p:grpSpPr>
        <a:xfrm>
          <a:off x="0" y="0"/>
          <a:ext cx="0" cy="0"/>
          <a:chOff x="0" y="0"/>
          <a:chExt cx="0" cy="0"/>
        </a:xfrm>
      </p:grpSpPr>
      <p:sp>
        <p:nvSpPr>
          <p:cNvPr id="177" name="Google Shape;177;p35"/>
          <p:cNvSpPr/>
          <p:nvPr>
            <p:ph idx="2" type="pic"/>
          </p:nvPr>
        </p:nvSpPr>
        <p:spPr>
          <a:xfrm>
            <a:off x="125700" y="125600"/>
            <a:ext cx="8892900" cy="2452800"/>
          </a:xfrm>
          <a:prstGeom prst="roundRect">
            <a:avLst>
              <a:gd fmla="val 16667" name="adj"/>
            </a:avLst>
          </a:prstGeom>
          <a:noFill/>
          <a:ln>
            <a:noFill/>
          </a:ln>
        </p:spPr>
      </p:sp>
      <p:sp>
        <p:nvSpPr>
          <p:cNvPr id="178" name="Google Shape;178;p35"/>
          <p:cNvSpPr txBox="1"/>
          <p:nvPr>
            <p:ph type="title"/>
          </p:nvPr>
        </p:nvSpPr>
        <p:spPr>
          <a:xfrm>
            <a:off x="125700" y="2649900"/>
            <a:ext cx="5705400" cy="11382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sz="2800"/>
            </a:lvl1pPr>
            <a:lvl2pPr lvl="1">
              <a:spcBef>
                <a:spcPts val="0"/>
              </a:spcBef>
              <a:spcAft>
                <a:spcPts val="0"/>
              </a:spcAft>
              <a:buSzPts val="2800"/>
              <a:buNone/>
              <a:defRPr sz="2800">
                <a:latin typeface="Roboto"/>
                <a:ea typeface="Roboto"/>
                <a:cs typeface="Roboto"/>
                <a:sym typeface="Roboto"/>
              </a:defRPr>
            </a:lvl2pPr>
            <a:lvl3pPr lvl="2">
              <a:spcBef>
                <a:spcPts val="0"/>
              </a:spcBef>
              <a:spcAft>
                <a:spcPts val="0"/>
              </a:spcAft>
              <a:buSzPts val="2800"/>
              <a:buNone/>
              <a:defRPr sz="2800">
                <a:latin typeface="Roboto"/>
                <a:ea typeface="Roboto"/>
                <a:cs typeface="Roboto"/>
                <a:sym typeface="Roboto"/>
              </a:defRPr>
            </a:lvl3pPr>
            <a:lvl4pPr lvl="3">
              <a:spcBef>
                <a:spcPts val="0"/>
              </a:spcBef>
              <a:spcAft>
                <a:spcPts val="0"/>
              </a:spcAft>
              <a:buSzPts val="2800"/>
              <a:buNone/>
              <a:defRPr sz="2800">
                <a:latin typeface="Roboto"/>
                <a:ea typeface="Roboto"/>
                <a:cs typeface="Roboto"/>
                <a:sym typeface="Roboto"/>
              </a:defRPr>
            </a:lvl4pPr>
            <a:lvl5pPr lvl="4">
              <a:spcBef>
                <a:spcPts val="0"/>
              </a:spcBef>
              <a:spcAft>
                <a:spcPts val="0"/>
              </a:spcAft>
              <a:buSzPts val="2800"/>
              <a:buNone/>
              <a:defRPr sz="2800">
                <a:latin typeface="Roboto"/>
                <a:ea typeface="Roboto"/>
                <a:cs typeface="Roboto"/>
                <a:sym typeface="Roboto"/>
              </a:defRPr>
            </a:lvl5pPr>
            <a:lvl6pPr lvl="5">
              <a:spcBef>
                <a:spcPts val="0"/>
              </a:spcBef>
              <a:spcAft>
                <a:spcPts val="0"/>
              </a:spcAft>
              <a:buSzPts val="2800"/>
              <a:buNone/>
              <a:defRPr sz="2800">
                <a:latin typeface="Roboto"/>
                <a:ea typeface="Roboto"/>
                <a:cs typeface="Roboto"/>
                <a:sym typeface="Roboto"/>
              </a:defRPr>
            </a:lvl6pPr>
            <a:lvl7pPr lvl="6">
              <a:spcBef>
                <a:spcPts val="0"/>
              </a:spcBef>
              <a:spcAft>
                <a:spcPts val="0"/>
              </a:spcAft>
              <a:buSzPts val="2800"/>
              <a:buNone/>
              <a:defRPr sz="2800">
                <a:latin typeface="Roboto"/>
                <a:ea typeface="Roboto"/>
                <a:cs typeface="Roboto"/>
                <a:sym typeface="Roboto"/>
              </a:defRPr>
            </a:lvl7pPr>
            <a:lvl8pPr lvl="7">
              <a:spcBef>
                <a:spcPts val="0"/>
              </a:spcBef>
              <a:spcAft>
                <a:spcPts val="0"/>
              </a:spcAft>
              <a:buSzPts val="2800"/>
              <a:buNone/>
              <a:defRPr sz="2800">
                <a:latin typeface="Roboto"/>
                <a:ea typeface="Roboto"/>
                <a:cs typeface="Roboto"/>
                <a:sym typeface="Roboto"/>
              </a:defRPr>
            </a:lvl8pPr>
            <a:lvl9pPr lvl="8">
              <a:spcBef>
                <a:spcPts val="0"/>
              </a:spcBef>
              <a:spcAft>
                <a:spcPts val="0"/>
              </a:spcAft>
              <a:buSzPts val="2800"/>
              <a:buNone/>
              <a:defRPr sz="2800">
                <a:latin typeface="Roboto"/>
                <a:ea typeface="Roboto"/>
                <a:cs typeface="Roboto"/>
                <a:sym typeface="Roboto"/>
              </a:defRPr>
            </a:lvl9pPr>
          </a:lstStyle>
          <a:p/>
        </p:txBody>
      </p:sp>
      <p:sp>
        <p:nvSpPr>
          <p:cNvPr id="179" name="Google Shape;179;p35"/>
          <p:cNvSpPr txBox="1"/>
          <p:nvPr>
            <p:ph idx="1" type="subTitle"/>
          </p:nvPr>
        </p:nvSpPr>
        <p:spPr>
          <a:xfrm>
            <a:off x="6502400" y="2649900"/>
            <a:ext cx="2516100" cy="586200"/>
          </a:xfrm>
          <a:prstGeom prst="rect">
            <a:avLst/>
          </a:prstGeom>
        </p:spPr>
        <p:txBody>
          <a:bodyPr anchorCtr="0" anchor="t" bIns="91425" lIns="91425" spcFirstLastPara="1" rIns="91425" wrap="square" tIns="91425">
            <a:noAutofit/>
          </a:bodyPr>
          <a:lstStyle>
            <a:lvl1pPr lvl="0" algn="r">
              <a:spcBef>
                <a:spcPts val="0"/>
              </a:spcBef>
              <a:spcAft>
                <a:spcPts val="0"/>
              </a:spcAft>
              <a:buSzPts val="1800"/>
              <a:buNone/>
              <a:defRPr sz="1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180" name="Google Shape;180;p35"/>
          <p:cNvSpPr txBox="1"/>
          <p:nvPr>
            <p:ph idx="3" type="body"/>
          </p:nvPr>
        </p:nvSpPr>
        <p:spPr>
          <a:xfrm>
            <a:off x="122125" y="4701375"/>
            <a:ext cx="2394900" cy="316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81" name="Google Shape;181;p35"/>
          <p:cNvSpPr txBox="1"/>
          <p:nvPr>
            <p:ph idx="4" type="body"/>
          </p:nvPr>
        </p:nvSpPr>
        <p:spPr>
          <a:xfrm>
            <a:off x="6628100" y="4701375"/>
            <a:ext cx="2390100" cy="316500"/>
          </a:xfrm>
          <a:prstGeom prst="rect">
            <a:avLst/>
          </a:prstGeom>
        </p:spPr>
        <p:txBody>
          <a:bodyPr anchorCtr="0" anchor="t" bIns="91425" lIns="91425" spcFirstLastPara="1" rIns="91425" wrap="square" tIns="91425">
            <a:noAutofit/>
          </a:bodyPr>
          <a:lstStyle>
            <a:lvl1pPr indent="-317500" lvl="0" marL="457200" algn="r">
              <a:spcBef>
                <a:spcPts val="0"/>
              </a:spcBef>
              <a:spcAft>
                <a:spcPts val="0"/>
              </a:spcAft>
              <a:buSzPts val="1400"/>
              <a:buChar char="●"/>
              <a:defRPr/>
            </a:lvl1pPr>
            <a:lvl2pPr indent="-317500" lvl="1" marL="914400" algn="r">
              <a:spcBef>
                <a:spcPts val="0"/>
              </a:spcBef>
              <a:spcAft>
                <a:spcPts val="0"/>
              </a:spcAft>
              <a:buSzPts val="1400"/>
              <a:buChar char="○"/>
              <a:defRPr/>
            </a:lvl2pPr>
            <a:lvl3pPr indent="-317500" lvl="2" marL="1371600" algn="r">
              <a:spcBef>
                <a:spcPts val="0"/>
              </a:spcBef>
              <a:spcAft>
                <a:spcPts val="0"/>
              </a:spcAft>
              <a:buSzPts val="1400"/>
              <a:buChar char="■"/>
              <a:defRPr/>
            </a:lvl3pPr>
            <a:lvl4pPr indent="-317500" lvl="3" marL="1828800" algn="r">
              <a:spcBef>
                <a:spcPts val="0"/>
              </a:spcBef>
              <a:spcAft>
                <a:spcPts val="0"/>
              </a:spcAft>
              <a:buSzPts val="1400"/>
              <a:buChar char="●"/>
              <a:defRPr/>
            </a:lvl4pPr>
            <a:lvl5pPr indent="-317500" lvl="4" marL="2286000" algn="r">
              <a:spcBef>
                <a:spcPts val="0"/>
              </a:spcBef>
              <a:spcAft>
                <a:spcPts val="0"/>
              </a:spcAft>
              <a:buSzPts val="1400"/>
              <a:buChar char="○"/>
              <a:defRPr/>
            </a:lvl5pPr>
            <a:lvl6pPr indent="-317500" lvl="5" marL="2743200" algn="r">
              <a:spcBef>
                <a:spcPts val="0"/>
              </a:spcBef>
              <a:spcAft>
                <a:spcPts val="0"/>
              </a:spcAft>
              <a:buSzPts val="1400"/>
              <a:buChar char="■"/>
              <a:defRPr/>
            </a:lvl6pPr>
            <a:lvl7pPr indent="-317500" lvl="6" marL="3200400" algn="r">
              <a:spcBef>
                <a:spcPts val="0"/>
              </a:spcBef>
              <a:spcAft>
                <a:spcPts val="0"/>
              </a:spcAft>
              <a:buSzPts val="1400"/>
              <a:buChar char="●"/>
              <a:defRPr/>
            </a:lvl7pPr>
            <a:lvl8pPr indent="-317500" lvl="7" marL="3657600" algn="r">
              <a:spcBef>
                <a:spcPts val="0"/>
              </a:spcBef>
              <a:spcAft>
                <a:spcPts val="0"/>
              </a:spcAft>
              <a:buSzPts val="1400"/>
              <a:buChar char="○"/>
              <a:defRPr/>
            </a:lvl8pPr>
            <a:lvl9pPr indent="-317500" lvl="8" marL="4114800" algn="r">
              <a:spcBef>
                <a:spcPts val="0"/>
              </a:spcBef>
              <a:spcAft>
                <a:spcPts val="0"/>
              </a:spcAft>
              <a:buSzPts val="1400"/>
              <a:buChar char="■"/>
              <a:defRPr/>
            </a:lvl9pPr>
          </a:lstStyle>
          <a:p/>
        </p:txBody>
      </p:sp>
      <p:sp>
        <p:nvSpPr>
          <p:cNvPr id="182" name="Google Shape;182;p35"/>
          <p:cNvSpPr txBox="1"/>
          <p:nvPr/>
        </p:nvSpPr>
        <p:spPr>
          <a:xfrm>
            <a:off x="7921775" y="3008400"/>
            <a:ext cx="124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orksheet">
  <p:cSld name="SECTION_HEADER_1">
    <p:bg>
      <p:bgPr>
        <a:solidFill>
          <a:schemeClr val="lt1"/>
        </a:solidFill>
      </p:bgPr>
    </p:bg>
    <p:spTree>
      <p:nvGrpSpPr>
        <p:cNvPr id="183" name="Shape 183"/>
        <p:cNvGrpSpPr/>
        <p:nvPr/>
      </p:nvGrpSpPr>
      <p:grpSpPr>
        <a:xfrm>
          <a:off x="0" y="0"/>
          <a:ext cx="0" cy="0"/>
          <a:chOff x="0" y="0"/>
          <a:chExt cx="0" cy="0"/>
        </a:xfrm>
      </p:grpSpPr>
      <p:sp>
        <p:nvSpPr>
          <p:cNvPr id="184" name="Google Shape;184;p36"/>
          <p:cNvSpPr/>
          <p:nvPr/>
        </p:nvSpPr>
        <p:spPr>
          <a:xfrm rot="5400000">
            <a:off x="4391175" y="560850"/>
            <a:ext cx="321000" cy="8851800"/>
          </a:xfrm>
          <a:prstGeom prst="round2SameRect">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85" name="Google Shape;185;p36"/>
          <p:cNvSpPr/>
          <p:nvPr/>
        </p:nvSpPr>
        <p:spPr>
          <a:xfrm rot="5400000">
            <a:off x="8611250" y="4735800"/>
            <a:ext cx="321000" cy="494100"/>
          </a:xfrm>
          <a:prstGeom prst="round2SameRect">
            <a:avLst>
              <a:gd fmla="val 50000"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86" name="Google Shape;186;p36"/>
          <p:cNvCxnSpPr/>
          <p:nvPr/>
        </p:nvCxnSpPr>
        <p:spPr>
          <a:xfrm>
            <a:off x="2762250" y="4827350"/>
            <a:ext cx="0" cy="316800"/>
          </a:xfrm>
          <a:prstGeom prst="straightConnector1">
            <a:avLst/>
          </a:prstGeom>
          <a:noFill/>
          <a:ln cap="flat" cmpd="sng" w="9525">
            <a:solidFill>
              <a:schemeClr val="dk1"/>
            </a:solidFill>
            <a:prstDash val="solid"/>
            <a:round/>
            <a:headEnd len="med" w="med" type="none"/>
            <a:tailEnd len="med" w="med" type="none"/>
          </a:ln>
        </p:spPr>
      </p:cxnSp>
      <p:sp>
        <p:nvSpPr>
          <p:cNvPr id="187" name="Google Shape;187;p36"/>
          <p:cNvSpPr txBox="1"/>
          <p:nvPr>
            <p:ph idx="1" type="subTitle"/>
          </p:nvPr>
        </p:nvSpPr>
        <p:spPr>
          <a:xfrm>
            <a:off x="251400" y="4827075"/>
            <a:ext cx="2205900" cy="314100"/>
          </a:xfrm>
          <a:prstGeom prst="rect">
            <a:avLst/>
          </a:prstGeom>
        </p:spPr>
        <p:txBody>
          <a:bodyPr anchorCtr="0" anchor="t" bIns="91425" lIns="91425" spcFirstLastPara="1" rIns="91425" wrap="square" tIns="91425">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188" name="Google Shape;188;p36"/>
          <p:cNvSpPr txBox="1"/>
          <p:nvPr>
            <p:ph idx="2" type="subTitle"/>
          </p:nvPr>
        </p:nvSpPr>
        <p:spPr>
          <a:xfrm>
            <a:off x="3545100" y="4829700"/>
            <a:ext cx="2053800" cy="314100"/>
          </a:xfrm>
          <a:prstGeom prst="rect">
            <a:avLst/>
          </a:prstGeom>
        </p:spPr>
        <p:txBody>
          <a:bodyPr anchorCtr="0" anchor="t" bIns="91425" lIns="91425" spcFirstLastPara="1" rIns="91425" wrap="square" tIns="91425">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189" name="Google Shape;189;p36"/>
          <p:cNvSpPr txBox="1"/>
          <p:nvPr>
            <p:ph type="title"/>
          </p:nvPr>
        </p:nvSpPr>
        <p:spPr>
          <a:xfrm>
            <a:off x="125700" y="125600"/>
            <a:ext cx="3314100" cy="543900"/>
          </a:xfrm>
          <a:prstGeom prst="rect">
            <a:avLst/>
          </a:prstGeom>
        </p:spPr>
        <p:txBody>
          <a:bodyPr anchorCtr="0" anchor="ctr"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0" name="Google Shape;190;p36"/>
          <p:cNvSpPr txBox="1"/>
          <p:nvPr>
            <p:ph idx="3" type="subTitle"/>
          </p:nvPr>
        </p:nvSpPr>
        <p:spPr>
          <a:xfrm>
            <a:off x="5831600" y="236604"/>
            <a:ext cx="3187200" cy="360300"/>
          </a:xfrm>
          <a:prstGeom prst="rect">
            <a:avLst/>
          </a:prstGeom>
        </p:spPr>
        <p:txBody>
          <a:bodyPr anchorCtr="0" anchor="ctr" bIns="91425" lIns="91425" spcFirstLastPara="1" rIns="91425" wrap="square" tIns="91425">
            <a:noAutofit/>
          </a:bodyPr>
          <a:lstStyle>
            <a:lvl1pPr lvl="0" algn="r">
              <a:spcBef>
                <a:spcPts val="0"/>
              </a:spcBef>
              <a:spcAft>
                <a:spcPts val="0"/>
              </a:spcAft>
              <a:buSzPts val="1000"/>
              <a:buNone/>
              <a:defRPr/>
            </a:lvl1pPr>
            <a:lvl2pPr lvl="1" algn="r">
              <a:spcBef>
                <a:spcPts val="0"/>
              </a:spcBef>
              <a:spcAft>
                <a:spcPts val="0"/>
              </a:spcAft>
              <a:buSzPts val="1400"/>
              <a:buNone/>
              <a:defRPr sz="1400"/>
            </a:lvl2pPr>
            <a:lvl3pPr lvl="2" algn="r">
              <a:spcBef>
                <a:spcPts val="0"/>
              </a:spcBef>
              <a:spcAft>
                <a:spcPts val="0"/>
              </a:spcAft>
              <a:buSzPts val="1400"/>
              <a:buNone/>
              <a:defRPr sz="1400"/>
            </a:lvl3pPr>
            <a:lvl4pPr lvl="3" algn="r">
              <a:spcBef>
                <a:spcPts val="0"/>
              </a:spcBef>
              <a:spcAft>
                <a:spcPts val="0"/>
              </a:spcAft>
              <a:buSzPts val="1400"/>
              <a:buNone/>
              <a:defRPr sz="1400"/>
            </a:lvl4pPr>
            <a:lvl5pPr lvl="4" algn="r">
              <a:spcBef>
                <a:spcPts val="0"/>
              </a:spcBef>
              <a:spcAft>
                <a:spcPts val="0"/>
              </a:spcAft>
              <a:buSzPts val="1400"/>
              <a:buNone/>
              <a:defRPr sz="1400"/>
            </a:lvl5pPr>
            <a:lvl6pPr lvl="5" algn="r">
              <a:spcBef>
                <a:spcPts val="0"/>
              </a:spcBef>
              <a:spcAft>
                <a:spcPts val="0"/>
              </a:spcAft>
              <a:buSzPts val="1400"/>
              <a:buNone/>
              <a:defRPr sz="1400"/>
            </a:lvl6pPr>
            <a:lvl7pPr lvl="6" algn="r">
              <a:spcBef>
                <a:spcPts val="0"/>
              </a:spcBef>
              <a:spcAft>
                <a:spcPts val="0"/>
              </a:spcAft>
              <a:buSzPts val="1400"/>
              <a:buNone/>
              <a:defRPr sz="1400"/>
            </a:lvl7pPr>
            <a:lvl8pPr lvl="7" algn="r">
              <a:spcBef>
                <a:spcPts val="0"/>
              </a:spcBef>
              <a:spcAft>
                <a:spcPts val="0"/>
              </a:spcAft>
              <a:buSzPts val="1400"/>
              <a:buNone/>
              <a:defRPr sz="1400"/>
            </a:lvl8pPr>
            <a:lvl9pPr lvl="8" algn="r">
              <a:spcBef>
                <a:spcPts val="0"/>
              </a:spcBef>
              <a:spcAft>
                <a:spcPts val="0"/>
              </a:spcAft>
              <a:buSzPts val="1400"/>
              <a:buNone/>
              <a:defRPr sz="1400"/>
            </a:lvl9pPr>
          </a:lstStyle>
          <a:p/>
        </p:txBody>
      </p:sp>
      <p:sp>
        <p:nvSpPr>
          <p:cNvPr id="191" name="Google Shape;191;p36"/>
          <p:cNvSpPr/>
          <p:nvPr>
            <p:ph idx="4" type="pic"/>
          </p:nvPr>
        </p:nvSpPr>
        <p:spPr>
          <a:xfrm>
            <a:off x="251400" y="2828798"/>
            <a:ext cx="1468500" cy="1872900"/>
          </a:xfrm>
          <a:prstGeom prst="roundRect">
            <a:avLst>
              <a:gd fmla="val 16667" name="adj"/>
            </a:avLst>
          </a:prstGeom>
          <a:noFill/>
          <a:ln>
            <a:noFill/>
          </a:ln>
        </p:spPr>
      </p:sp>
      <p:sp>
        <p:nvSpPr>
          <p:cNvPr id="192" name="Google Shape;192;p36"/>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type="tx">
  <p:cSld name="TITLE_AND_BODY">
    <p:bg>
      <p:bgPr>
        <a:solidFill>
          <a:schemeClr val="dk1"/>
        </a:solidFill>
      </p:bgPr>
    </p:bg>
    <p:spTree>
      <p:nvGrpSpPr>
        <p:cNvPr id="193" name="Shape 193"/>
        <p:cNvGrpSpPr/>
        <p:nvPr/>
      </p:nvGrpSpPr>
      <p:grpSpPr>
        <a:xfrm>
          <a:off x="0" y="0"/>
          <a:ext cx="0" cy="0"/>
          <a:chOff x="0" y="0"/>
          <a:chExt cx="0" cy="0"/>
        </a:xfrm>
      </p:grpSpPr>
      <p:sp>
        <p:nvSpPr>
          <p:cNvPr id="194" name="Google Shape;194;p37"/>
          <p:cNvSpPr/>
          <p:nvPr/>
        </p:nvSpPr>
        <p:spPr>
          <a:xfrm rot="5400000">
            <a:off x="4391175" y="560850"/>
            <a:ext cx="321000" cy="8851800"/>
          </a:xfrm>
          <a:prstGeom prst="round2SameRect">
            <a:avLst>
              <a:gd fmla="val 50000" name="adj1"/>
              <a:gd fmla="val 50000"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95" name="Google Shape;195;p37"/>
          <p:cNvSpPr/>
          <p:nvPr/>
        </p:nvSpPr>
        <p:spPr>
          <a:xfrm>
            <a:off x="125700" y="125597"/>
            <a:ext cx="3985500" cy="45759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7"/>
          <p:cNvSpPr/>
          <p:nvPr/>
        </p:nvSpPr>
        <p:spPr>
          <a:xfrm>
            <a:off x="4236800" y="125550"/>
            <a:ext cx="4782600" cy="4575900"/>
          </a:xfrm>
          <a:prstGeom prst="roundRect">
            <a:avLst>
              <a:gd fmla="val 16667"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7"/>
          <p:cNvSpPr txBox="1"/>
          <p:nvPr>
            <p:ph type="title"/>
          </p:nvPr>
        </p:nvSpPr>
        <p:spPr>
          <a:xfrm>
            <a:off x="4500950" y="349600"/>
            <a:ext cx="4254300" cy="1467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7200"/>
              <a:buNone/>
              <a:defRPr sz="7200">
                <a:solidFill>
                  <a:schemeClr val="lt1"/>
                </a:solidFill>
              </a:defRPr>
            </a:lvl1pPr>
            <a:lvl2pPr lvl="1">
              <a:spcBef>
                <a:spcPts val="0"/>
              </a:spcBef>
              <a:spcAft>
                <a:spcPts val="0"/>
              </a:spcAft>
              <a:buClr>
                <a:schemeClr val="lt1"/>
              </a:buClr>
              <a:buSzPts val="7200"/>
              <a:buFont typeface="Libre Baskerville"/>
              <a:buNone/>
              <a:defRPr sz="7200">
                <a:solidFill>
                  <a:schemeClr val="lt1"/>
                </a:solidFill>
              </a:defRPr>
            </a:lvl2pPr>
            <a:lvl3pPr lvl="2">
              <a:spcBef>
                <a:spcPts val="0"/>
              </a:spcBef>
              <a:spcAft>
                <a:spcPts val="0"/>
              </a:spcAft>
              <a:buClr>
                <a:schemeClr val="lt1"/>
              </a:buClr>
              <a:buSzPts val="7200"/>
              <a:buFont typeface="Libre Baskerville"/>
              <a:buNone/>
              <a:defRPr sz="7200">
                <a:solidFill>
                  <a:schemeClr val="lt1"/>
                </a:solidFill>
              </a:defRPr>
            </a:lvl3pPr>
            <a:lvl4pPr lvl="3">
              <a:spcBef>
                <a:spcPts val="0"/>
              </a:spcBef>
              <a:spcAft>
                <a:spcPts val="0"/>
              </a:spcAft>
              <a:buClr>
                <a:schemeClr val="lt1"/>
              </a:buClr>
              <a:buSzPts val="7200"/>
              <a:buFont typeface="Libre Baskerville"/>
              <a:buNone/>
              <a:defRPr sz="7200">
                <a:solidFill>
                  <a:schemeClr val="lt1"/>
                </a:solidFill>
              </a:defRPr>
            </a:lvl4pPr>
            <a:lvl5pPr lvl="4">
              <a:spcBef>
                <a:spcPts val="0"/>
              </a:spcBef>
              <a:spcAft>
                <a:spcPts val="0"/>
              </a:spcAft>
              <a:buClr>
                <a:schemeClr val="lt1"/>
              </a:buClr>
              <a:buSzPts val="7200"/>
              <a:buFont typeface="Libre Baskerville"/>
              <a:buNone/>
              <a:defRPr sz="7200">
                <a:solidFill>
                  <a:schemeClr val="lt1"/>
                </a:solidFill>
              </a:defRPr>
            </a:lvl5pPr>
            <a:lvl6pPr lvl="5">
              <a:spcBef>
                <a:spcPts val="0"/>
              </a:spcBef>
              <a:spcAft>
                <a:spcPts val="0"/>
              </a:spcAft>
              <a:buClr>
                <a:schemeClr val="lt1"/>
              </a:buClr>
              <a:buSzPts val="7200"/>
              <a:buFont typeface="Libre Baskerville"/>
              <a:buNone/>
              <a:defRPr sz="7200">
                <a:solidFill>
                  <a:schemeClr val="lt1"/>
                </a:solidFill>
              </a:defRPr>
            </a:lvl6pPr>
            <a:lvl7pPr lvl="6">
              <a:spcBef>
                <a:spcPts val="0"/>
              </a:spcBef>
              <a:spcAft>
                <a:spcPts val="0"/>
              </a:spcAft>
              <a:buClr>
                <a:schemeClr val="lt1"/>
              </a:buClr>
              <a:buSzPts val="7200"/>
              <a:buFont typeface="Libre Baskerville"/>
              <a:buNone/>
              <a:defRPr sz="7200">
                <a:solidFill>
                  <a:schemeClr val="lt1"/>
                </a:solidFill>
              </a:defRPr>
            </a:lvl7pPr>
            <a:lvl8pPr lvl="7">
              <a:spcBef>
                <a:spcPts val="0"/>
              </a:spcBef>
              <a:spcAft>
                <a:spcPts val="0"/>
              </a:spcAft>
              <a:buClr>
                <a:schemeClr val="lt1"/>
              </a:buClr>
              <a:buSzPts val="7200"/>
              <a:buFont typeface="Libre Baskerville"/>
              <a:buNone/>
              <a:defRPr sz="7200">
                <a:solidFill>
                  <a:schemeClr val="lt1"/>
                </a:solidFill>
              </a:defRPr>
            </a:lvl8pPr>
            <a:lvl9pPr lvl="8">
              <a:spcBef>
                <a:spcPts val="0"/>
              </a:spcBef>
              <a:spcAft>
                <a:spcPts val="0"/>
              </a:spcAft>
              <a:buClr>
                <a:schemeClr val="lt1"/>
              </a:buClr>
              <a:buSzPts val="7200"/>
              <a:buFont typeface="Libre Baskerville"/>
              <a:buNone/>
              <a:defRPr sz="7200">
                <a:solidFill>
                  <a:schemeClr val="lt1"/>
                </a:solidFill>
              </a:defRPr>
            </a:lvl9pPr>
          </a:lstStyle>
          <a:p/>
        </p:txBody>
      </p:sp>
      <p:sp>
        <p:nvSpPr>
          <p:cNvPr id="198" name="Google Shape;198;p37"/>
          <p:cNvSpPr txBox="1"/>
          <p:nvPr>
            <p:ph idx="1" type="body"/>
          </p:nvPr>
        </p:nvSpPr>
        <p:spPr>
          <a:xfrm>
            <a:off x="4543850" y="1752125"/>
            <a:ext cx="4168500" cy="2692800"/>
          </a:xfrm>
          <a:prstGeom prst="rect">
            <a:avLst/>
          </a:prstGeom>
        </p:spPr>
        <p:txBody>
          <a:bodyPr anchorCtr="0" anchor="t" bIns="91425" lIns="91425" spcFirstLastPara="1" rIns="91425" wrap="square" tIns="91425">
            <a:noAutofit/>
          </a:bodyPr>
          <a:lstStyle>
            <a:lvl1pPr indent="-406400" lvl="0" marL="457200">
              <a:spcBef>
                <a:spcPts val="0"/>
              </a:spcBef>
              <a:spcAft>
                <a:spcPts val="0"/>
              </a:spcAft>
              <a:buClr>
                <a:schemeClr val="lt1"/>
              </a:buClr>
              <a:buSzPts val="2800"/>
              <a:buFont typeface="Libre Baskerville"/>
              <a:buChar char="●"/>
              <a:defRPr sz="2800">
                <a:solidFill>
                  <a:schemeClr val="lt1"/>
                </a:solidFill>
                <a:latin typeface="Libre Baskerville"/>
                <a:ea typeface="Libre Baskerville"/>
                <a:cs typeface="Libre Baskerville"/>
                <a:sym typeface="Libre Baskerville"/>
              </a:defRPr>
            </a:lvl1pPr>
            <a:lvl2pPr indent="-406400" lvl="1" marL="914400">
              <a:spcBef>
                <a:spcPts val="0"/>
              </a:spcBef>
              <a:spcAft>
                <a:spcPts val="0"/>
              </a:spcAft>
              <a:buClr>
                <a:schemeClr val="lt1"/>
              </a:buClr>
              <a:buSzPts val="2800"/>
              <a:buFont typeface="Libre Baskerville"/>
              <a:buChar char="○"/>
              <a:defRPr sz="2800">
                <a:solidFill>
                  <a:schemeClr val="lt1"/>
                </a:solidFill>
                <a:latin typeface="Libre Baskerville"/>
                <a:ea typeface="Libre Baskerville"/>
                <a:cs typeface="Libre Baskerville"/>
                <a:sym typeface="Libre Baskerville"/>
              </a:defRPr>
            </a:lvl2pPr>
            <a:lvl3pPr indent="-406400" lvl="2" marL="1371600">
              <a:spcBef>
                <a:spcPts val="0"/>
              </a:spcBef>
              <a:spcAft>
                <a:spcPts val="0"/>
              </a:spcAft>
              <a:buClr>
                <a:schemeClr val="lt1"/>
              </a:buClr>
              <a:buSzPts val="2800"/>
              <a:buFont typeface="Libre Baskerville"/>
              <a:buChar char="■"/>
              <a:defRPr sz="2800">
                <a:solidFill>
                  <a:schemeClr val="lt1"/>
                </a:solidFill>
                <a:latin typeface="Libre Baskerville"/>
                <a:ea typeface="Libre Baskerville"/>
                <a:cs typeface="Libre Baskerville"/>
                <a:sym typeface="Libre Baskerville"/>
              </a:defRPr>
            </a:lvl3pPr>
            <a:lvl4pPr indent="-406400" lvl="3" marL="1828800">
              <a:spcBef>
                <a:spcPts val="0"/>
              </a:spcBef>
              <a:spcAft>
                <a:spcPts val="0"/>
              </a:spcAft>
              <a:buClr>
                <a:schemeClr val="lt1"/>
              </a:buClr>
              <a:buSzPts val="2800"/>
              <a:buFont typeface="Libre Baskerville"/>
              <a:buChar char="●"/>
              <a:defRPr sz="2800">
                <a:solidFill>
                  <a:schemeClr val="lt1"/>
                </a:solidFill>
                <a:latin typeface="Libre Baskerville"/>
                <a:ea typeface="Libre Baskerville"/>
                <a:cs typeface="Libre Baskerville"/>
                <a:sym typeface="Libre Baskerville"/>
              </a:defRPr>
            </a:lvl4pPr>
            <a:lvl5pPr indent="-406400" lvl="4" marL="2286000">
              <a:spcBef>
                <a:spcPts val="0"/>
              </a:spcBef>
              <a:spcAft>
                <a:spcPts val="0"/>
              </a:spcAft>
              <a:buClr>
                <a:schemeClr val="lt1"/>
              </a:buClr>
              <a:buSzPts val="2800"/>
              <a:buFont typeface="Libre Baskerville"/>
              <a:buChar char="○"/>
              <a:defRPr sz="2800">
                <a:solidFill>
                  <a:schemeClr val="lt1"/>
                </a:solidFill>
                <a:latin typeface="Libre Baskerville"/>
                <a:ea typeface="Libre Baskerville"/>
                <a:cs typeface="Libre Baskerville"/>
                <a:sym typeface="Libre Baskerville"/>
              </a:defRPr>
            </a:lvl5pPr>
            <a:lvl6pPr indent="-406400" lvl="5" marL="2743200">
              <a:spcBef>
                <a:spcPts val="0"/>
              </a:spcBef>
              <a:spcAft>
                <a:spcPts val="0"/>
              </a:spcAft>
              <a:buClr>
                <a:schemeClr val="lt1"/>
              </a:buClr>
              <a:buSzPts val="2800"/>
              <a:buFont typeface="Libre Baskerville"/>
              <a:buChar char="■"/>
              <a:defRPr sz="2800">
                <a:solidFill>
                  <a:schemeClr val="lt1"/>
                </a:solidFill>
                <a:latin typeface="Libre Baskerville"/>
                <a:ea typeface="Libre Baskerville"/>
                <a:cs typeface="Libre Baskerville"/>
                <a:sym typeface="Libre Baskerville"/>
              </a:defRPr>
            </a:lvl6pPr>
            <a:lvl7pPr indent="-406400" lvl="6" marL="3200400">
              <a:spcBef>
                <a:spcPts val="0"/>
              </a:spcBef>
              <a:spcAft>
                <a:spcPts val="0"/>
              </a:spcAft>
              <a:buClr>
                <a:schemeClr val="lt1"/>
              </a:buClr>
              <a:buSzPts val="2800"/>
              <a:buFont typeface="Libre Baskerville"/>
              <a:buChar char="●"/>
              <a:defRPr sz="2800">
                <a:solidFill>
                  <a:schemeClr val="lt1"/>
                </a:solidFill>
                <a:latin typeface="Libre Baskerville"/>
                <a:ea typeface="Libre Baskerville"/>
                <a:cs typeface="Libre Baskerville"/>
                <a:sym typeface="Libre Baskerville"/>
              </a:defRPr>
            </a:lvl7pPr>
            <a:lvl8pPr indent="-406400" lvl="7" marL="3657600">
              <a:spcBef>
                <a:spcPts val="0"/>
              </a:spcBef>
              <a:spcAft>
                <a:spcPts val="0"/>
              </a:spcAft>
              <a:buClr>
                <a:schemeClr val="lt1"/>
              </a:buClr>
              <a:buSzPts val="2800"/>
              <a:buFont typeface="Libre Baskerville"/>
              <a:buChar char="○"/>
              <a:defRPr sz="2800">
                <a:solidFill>
                  <a:schemeClr val="lt1"/>
                </a:solidFill>
                <a:latin typeface="Libre Baskerville"/>
                <a:ea typeface="Libre Baskerville"/>
                <a:cs typeface="Libre Baskerville"/>
                <a:sym typeface="Libre Baskerville"/>
              </a:defRPr>
            </a:lvl8pPr>
            <a:lvl9pPr indent="-406400" lvl="8" marL="4114800">
              <a:spcBef>
                <a:spcPts val="0"/>
              </a:spcBef>
              <a:spcAft>
                <a:spcPts val="0"/>
              </a:spcAft>
              <a:buClr>
                <a:schemeClr val="lt1"/>
              </a:buClr>
              <a:buSzPts val="2800"/>
              <a:buFont typeface="Libre Baskerville"/>
              <a:buChar char="■"/>
              <a:defRPr sz="2800">
                <a:solidFill>
                  <a:schemeClr val="lt1"/>
                </a:solidFill>
                <a:latin typeface="Libre Baskerville"/>
                <a:ea typeface="Libre Baskerville"/>
                <a:cs typeface="Libre Baskerville"/>
                <a:sym typeface="Libre Baskerville"/>
              </a:defRPr>
            </a:lvl9pPr>
          </a:lstStyle>
          <a:p/>
        </p:txBody>
      </p:sp>
      <p:cxnSp>
        <p:nvCxnSpPr>
          <p:cNvPr id="199" name="Google Shape;199;p37"/>
          <p:cNvCxnSpPr/>
          <p:nvPr/>
        </p:nvCxnSpPr>
        <p:spPr>
          <a:xfrm>
            <a:off x="2762250" y="4827750"/>
            <a:ext cx="0" cy="316500"/>
          </a:xfrm>
          <a:prstGeom prst="straightConnector1">
            <a:avLst/>
          </a:prstGeom>
          <a:noFill/>
          <a:ln cap="flat" cmpd="sng" w="9525">
            <a:solidFill>
              <a:schemeClr val="lt1"/>
            </a:solidFill>
            <a:prstDash val="solid"/>
            <a:round/>
            <a:headEnd len="med" w="med" type="none"/>
            <a:tailEnd len="med" w="med" type="none"/>
          </a:ln>
        </p:spPr>
      </p:cxnSp>
      <p:sp>
        <p:nvSpPr>
          <p:cNvPr id="200" name="Google Shape;200;p37"/>
          <p:cNvSpPr txBox="1"/>
          <p:nvPr>
            <p:ph idx="2" type="subTitle"/>
          </p:nvPr>
        </p:nvSpPr>
        <p:spPr>
          <a:xfrm>
            <a:off x="251400" y="4827075"/>
            <a:ext cx="2205900" cy="3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
              <a:buNone/>
              <a:defRPr sz="800">
                <a:solidFill>
                  <a:schemeClr val="lt1"/>
                </a:solidFill>
              </a:defRPr>
            </a:lvl1pPr>
            <a:lvl2pPr lvl="1">
              <a:spcBef>
                <a:spcPts val="0"/>
              </a:spcBef>
              <a:spcAft>
                <a:spcPts val="0"/>
              </a:spcAft>
              <a:buClr>
                <a:schemeClr val="lt1"/>
              </a:buClr>
              <a:buSzPts val="1000"/>
              <a:buNone/>
              <a:defRPr>
                <a:solidFill>
                  <a:schemeClr val="lt1"/>
                </a:solidFill>
              </a:defRPr>
            </a:lvl2pPr>
            <a:lvl3pPr lvl="2">
              <a:spcBef>
                <a:spcPts val="0"/>
              </a:spcBef>
              <a:spcAft>
                <a:spcPts val="0"/>
              </a:spcAft>
              <a:buClr>
                <a:schemeClr val="lt1"/>
              </a:buClr>
              <a:buSzPts val="1000"/>
              <a:buNone/>
              <a:defRPr>
                <a:solidFill>
                  <a:schemeClr val="lt1"/>
                </a:solidFill>
              </a:defRPr>
            </a:lvl3pPr>
            <a:lvl4pPr lvl="3">
              <a:spcBef>
                <a:spcPts val="0"/>
              </a:spcBef>
              <a:spcAft>
                <a:spcPts val="0"/>
              </a:spcAft>
              <a:buClr>
                <a:schemeClr val="lt1"/>
              </a:buClr>
              <a:buSzPts val="1000"/>
              <a:buNone/>
              <a:defRPr>
                <a:solidFill>
                  <a:schemeClr val="lt1"/>
                </a:solidFill>
              </a:defRPr>
            </a:lvl4pPr>
            <a:lvl5pPr lvl="4">
              <a:spcBef>
                <a:spcPts val="0"/>
              </a:spcBef>
              <a:spcAft>
                <a:spcPts val="0"/>
              </a:spcAft>
              <a:buClr>
                <a:schemeClr val="lt1"/>
              </a:buClr>
              <a:buSzPts val="1000"/>
              <a:buNone/>
              <a:defRPr>
                <a:solidFill>
                  <a:schemeClr val="lt1"/>
                </a:solidFill>
              </a:defRPr>
            </a:lvl5pPr>
            <a:lvl6pPr lvl="5">
              <a:spcBef>
                <a:spcPts val="0"/>
              </a:spcBef>
              <a:spcAft>
                <a:spcPts val="0"/>
              </a:spcAft>
              <a:buClr>
                <a:schemeClr val="lt1"/>
              </a:buClr>
              <a:buSzPts val="1000"/>
              <a:buNone/>
              <a:defRPr>
                <a:solidFill>
                  <a:schemeClr val="lt1"/>
                </a:solidFill>
              </a:defRPr>
            </a:lvl6pPr>
            <a:lvl7pPr lvl="6">
              <a:spcBef>
                <a:spcPts val="0"/>
              </a:spcBef>
              <a:spcAft>
                <a:spcPts val="0"/>
              </a:spcAft>
              <a:buClr>
                <a:schemeClr val="lt1"/>
              </a:buClr>
              <a:buSzPts val="1000"/>
              <a:buNone/>
              <a:defRPr>
                <a:solidFill>
                  <a:schemeClr val="lt1"/>
                </a:solidFill>
              </a:defRPr>
            </a:lvl7pPr>
            <a:lvl8pPr lvl="7">
              <a:spcBef>
                <a:spcPts val="0"/>
              </a:spcBef>
              <a:spcAft>
                <a:spcPts val="0"/>
              </a:spcAft>
              <a:buClr>
                <a:schemeClr val="lt1"/>
              </a:buClr>
              <a:buSzPts val="1000"/>
              <a:buNone/>
              <a:defRPr>
                <a:solidFill>
                  <a:schemeClr val="lt1"/>
                </a:solidFill>
              </a:defRPr>
            </a:lvl8pPr>
            <a:lvl9pPr lvl="8">
              <a:spcBef>
                <a:spcPts val="0"/>
              </a:spcBef>
              <a:spcAft>
                <a:spcPts val="0"/>
              </a:spcAft>
              <a:buClr>
                <a:schemeClr val="lt1"/>
              </a:buClr>
              <a:buSzPts val="1000"/>
              <a:buNone/>
              <a:defRPr>
                <a:solidFill>
                  <a:schemeClr val="lt1"/>
                </a:solidFill>
              </a:defRPr>
            </a:lvl9pPr>
          </a:lstStyle>
          <a:p/>
        </p:txBody>
      </p:sp>
      <p:sp>
        <p:nvSpPr>
          <p:cNvPr id="201" name="Google Shape;201;p37"/>
          <p:cNvSpPr txBox="1"/>
          <p:nvPr>
            <p:ph idx="3" type="subTitle"/>
          </p:nvPr>
        </p:nvSpPr>
        <p:spPr>
          <a:xfrm>
            <a:off x="3545100" y="4829700"/>
            <a:ext cx="2053800" cy="314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800"/>
              <a:buNone/>
              <a:defRPr sz="800">
                <a:solidFill>
                  <a:schemeClr val="lt1"/>
                </a:solidFill>
              </a:defRPr>
            </a:lvl1pPr>
            <a:lvl2pPr lvl="1" algn="ctr">
              <a:spcBef>
                <a:spcPts val="0"/>
              </a:spcBef>
              <a:spcAft>
                <a:spcPts val="0"/>
              </a:spcAft>
              <a:buClr>
                <a:schemeClr val="lt1"/>
              </a:buClr>
              <a:buSzPts val="1000"/>
              <a:buNone/>
              <a:defRPr>
                <a:solidFill>
                  <a:schemeClr val="lt1"/>
                </a:solidFill>
              </a:defRPr>
            </a:lvl2pPr>
            <a:lvl3pPr lvl="2" algn="ctr">
              <a:spcBef>
                <a:spcPts val="0"/>
              </a:spcBef>
              <a:spcAft>
                <a:spcPts val="0"/>
              </a:spcAft>
              <a:buClr>
                <a:schemeClr val="lt1"/>
              </a:buClr>
              <a:buSzPts val="1000"/>
              <a:buNone/>
              <a:defRPr>
                <a:solidFill>
                  <a:schemeClr val="lt1"/>
                </a:solidFill>
              </a:defRPr>
            </a:lvl3pPr>
            <a:lvl4pPr lvl="3" algn="ctr">
              <a:spcBef>
                <a:spcPts val="0"/>
              </a:spcBef>
              <a:spcAft>
                <a:spcPts val="0"/>
              </a:spcAft>
              <a:buClr>
                <a:schemeClr val="lt1"/>
              </a:buClr>
              <a:buSzPts val="1000"/>
              <a:buNone/>
              <a:defRPr>
                <a:solidFill>
                  <a:schemeClr val="lt1"/>
                </a:solidFill>
              </a:defRPr>
            </a:lvl4pPr>
            <a:lvl5pPr lvl="4" algn="ctr">
              <a:spcBef>
                <a:spcPts val="0"/>
              </a:spcBef>
              <a:spcAft>
                <a:spcPts val="0"/>
              </a:spcAft>
              <a:buClr>
                <a:schemeClr val="lt1"/>
              </a:buClr>
              <a:buSzPts val="1000"/>
              <a:buNone/>
              <a:defRPr>
                <a:solidFill>
                  <a:schemeClr val="lt1"/>
                </a:solidFill>
              </a:defRPr>
            </a:lvl5pPr>
            <a:lvl6pPr lvl="5" algn="ctr">
              <a:spcBef>
                <a:spcPts val="0"/>
              </a:spcBef>
              <a:spcAft>
                <a:spcPts val="0"/>
              </a:spcAft>
              <a:buClr>
                <a:schemeClr val="lt1"/>
              </a:buClr>
              <a:buSzPts val="1000"/>
              <a:buNone/>
              <a:defRPr>
                <a:solidFill>
                  <a:schemeClr val="lt1"/>
                </a:solidFill>
              </a:defRPr>
            </a:lvl6pPr>
            <a:lvl7pPr lvl="6" algn="ctr">
              <a:spcBef>
                <a:spcPts val="0"/>
              </a:spcBef>
              <a:spcAft>
                <a:spcPts val="0"/>
              </a:spcAft>
              <a:buClr>
                <a:schemeClr val="lt1"/>
              </a:buClr>
              <a:buSzPts val="1000"/>
              <a:buNone/>
              <a:defRPr>
                <a:solidFill>
                  <a:schemeClr val="lt1"/>
                </a:solidFill>
              </a:defRPr>
            </a:lvl7pPr>
            <a:lvl8pPr lvl="7" algn="ctr">
              <a:spcBef>
                <a:spcPts val="0"/>
              </a:spcBef>
              <a:spcAft>
                <a:spcPts val="0"/>
              </a:spcAft>
              <a:buClr>
                <a:schemeClr val="lt1"/>
              </a:buClr>
              <a:buSzPts val="1000"/>
              <a:buNone/>
              <a:defRPr>
                <a:solidFill>
                  <a:schemeClr val="lt1"/>
                </a:solidFill>
              </a:defRPr>
            </a:lvl8pPr>
            <a:lvl9pPr lvl="8" algn="ctr">
              <a:spcBef>
                <a:spcPts val="0"/>
              </a:spcBef>
              <a:spcAft>
                <a:spcPts val="0"/>
              </a:spcAft>
              <a:buClr>
                <a:schemeClr val="lt1"/>
              </a:buClr>
              <a:buSzPts val="1000"/>
              <a:buNone/>
              <a:defRPr>
                <a:solidFill>
                  <a:schemeClr val="lt1"/>
                </a:solidFill>
              </a:defRPr>
            </a:lvl9pPr>
          </a:lstStyle>
          <a:p/>
        </p:txBody>
      </p:sp>
      <p:sp>
        <p:nvSpPr>
          <p:cNvPr id="202" name="Google Shape;202;p37"/>
          <p:cNvSpPr/>
          <p:nvPr/>
        </p:nvSpPr>
        <p:spPr>
          <a:xfrm rot="5400000">
            <a:off x="8611250" y="4735800"/>
            <a:ext cx="321000" cy="494100"/>
          </a:xfrm>
          <a:prstGeom prst="round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3" name="Google Shape;203;p37"/>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TITLE_AND_TWO_COLUMNS_1">
    <p:spTree>
      <p:nvGrpSpPr>
        <p:cNvPr id="204" name="Shape 204"/>
        <p:cNvGrpSpPr/>
        <p:nvPr/>
      </p:nvGrpSpPr>
      <p:grpSpPr>
        <a:xfrm>
          <a:off x="0" y="0"/>
          <a:ext cx="0" cy="0"/>
          <a:chOff x="0" y="0"/>
          <a:chExt cx="0" cy="0"/>
        </a:xfrm>
      </p:grpSpPr>
      <p:sp>
        <p:nvSpPr>
          <p:cNvPr id="205" name="Google Shape;205;p38"/>
          <p:cNvSpPr/>
          <p:nvPr/>
        </p:nvSpPr>
        <p:spPr>
          <a:xfrm rot="5400000">
            <a:off x="4391175" y="560850"/>
            <a:ext cx="321000" cy="8851800"/>
          </a:xfrm>
          <a:prstGeom prst="round2SameRect">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206" name="Google Shape;206;p38"/>
          <p:cNvSpPr/>
          <p:nvPr>
            <p:ph idx="2" type="pic"/>
          </p:nvPr>
        </p:nvSpPr>
        <p:spPr>
          <a:xfrm>
            <a:off x="251400" y="2828798"/>
            <a:ext cx="1468500" cy="1872900"/>
          </a:xfrm>
          <a:prstGeom prst="roundRect">
            <a:avLst>
              <a:gd fmla="val 16667" name="adj"/>
            </a:avLst>
          </a:prstGeom>
          <a:noFill/>
          <a:ln>
            <a:noFill/>
          </a:ln>
        </p:spPr>
      </p:sp>
      <p:sp>
        <p:nvSpPr>
          <p:cNvPr id="207" name="Google Shape;207;p38"/>
          <p:cNvSpPr txBox="1"/>
          <p:nvPr>
            <p:ph type="title"/>
          </p:nvPr>
        </p:nvSpPr>
        <p:spPr>
          <a:xfrm>
            <a:off x="251400" y="1670323"/>
            <a:ext cx="1468500" cy="470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Font typeface="Libre Baskerville"/>
              <a:buNone/>
              <a:defRPr/>
            </a:lvl2pPr>
            <a:lvl3pPr lvl="2">
              <a:spcBef>
                <a:spcPts val="0"/>
              </a:spcBef>
              <a:spcAft>
                <a:spcPts val="0"/>
              </a:spcAft>
              <a:buSzPts val="1400"/>
              <a:buFont typeface="Libre Baskerville"/>
              <a:buNone/>
              <a:defRPr/>
            </a:lvl3pPr>
            <a:lvl4pPr lvl="3">
              <a:spcBef>
                <a:spcPts val="0"/>
              </a:spcBef>
              <a:spcAft>
                <a:spcPts val="0"/>
              </a:spcAft>
              <a:buSzPts val="1400"/>
              <a:buFont typeface="Libre Baskerville"/>
              <a:buNone/>
              <a:defRPr/>
            </a:lvl4pPr>
            <a:lvl5pPr lvl="4">
              <a:spcBef>
                <a:spcPts val="0"/>
              </a:spcBef>
              <a:spcAft>
                <a:spcPts val="0"/>
              </a:spcAft>
              <a:buSzPts val="1400"/>
              <a:buFont typeface="Libre Baskerville"/>
              <a:buNone/>
              <a:defRPr/>
            </a:lvl5pPr>
            <a:lvl6pPr lvl="5">
              <a:spcBef>
                <a:spcPts val="0"/>
              </a:spcBef>
              <a:spcAft>
                <a:spcPts val="0"/>
              </a:spcAft>
              <a:buSzPts val="1400"/>
              <a:buFont typeface="Libre Baskerville"/>
              <a:buNone/>
              <a:defRPr/>
            </a:lvl6pPr>
            <a:lvl7pPr lvl="6">
              <a:spcBef>
                <a:spcPts val="0"/>
              </a:spcBef>
              <a:spcAft>
                <a:spcPts val="0"/>
              </a:spcAft>
              <a:buSzPts val="1400"/>
              <a:buFont typeface="Libre Baskerville"/>
              <a:buNone/>
              <a:defRPr/>
            </a:lvl7pPr>
            <a:lvl8pPr lvl="7">
              <a:spcBef>
                <a:spcPts val="0"/>
              </a:spcBef>
              <a:spcAft>
                <a:spcPts val="0"/>
              </a:spcAft>
              <a:buSzPts val="1400"/>
              <a:buFont typeface="Libre Baskerville"/>
              <a:buNone/>
              <a:defRPr/>
            </a:lvl8pPr>
            <a:lvl9pPr lvl="8">
              <a:spcBef>
                <a:spcPts val="0"/>
              </a:spcBef>
              <a:spcAft>
                <a:spcPts val="0"/>
              </a:spcAft>
              <a:buSzPts val="1400"/>
              <a:buFont typeface="Libre Baskerville"/>
              <a:buNone/>
              <a:defRPr/>
            </a:lvl9pPr>
          </a:lstStyle>
          <a:p/>
        </p:txBody>
      </p:sp>
      <p:sp>
        <p:nvSpPr>
          <p:cNvPr id="208" name="Google Shape;208;p38"/>
          <p:cNvSpPr txBox="1"/>
          <p:nvPr>
            <p:ph idx="3" type="title"/>
          </p:nvPr>
        </p:nvSpPr>
        <p:spPr>
          <a:xfrm>
            <a:off x="1845500" y="1670323"/>
            <a:ext cx="1468500" cy="470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Font typeface="Libre Baskerville"/>
              <a:buNone/>
              <a:defRPr/>
            </a:lvl2pPr>
            <a:lvl3pPr lvl="2">
              <a:spcBef>
                <a:spcPts val="0"/>
              </a:spcBef>
              <a:spcAft>
                <a:spcPts val="0"/>
              </a:spcAft>
              <a:buSzPts val="1400"/>
              <a:buFont typeface="Libre Baskerville"/>
              <a:buNone/>
              <a:defRPr/>
            </a:lvl3pPr>
            <a:lvl4pPr lvl="3">
              <a:spcBef>
                <a:spcPts val="0"/>
              </a:spcBef>
              <a:spcAft>
                <a:spcPts val="0"/>
              </a:spcAft>
              <a:buSzPts val="1400"/>
              <a:buFont typeface="Libre Baskerville"/>
              <a:buNone/>
              <a:defRPr/>
            </a:lvl4pPr>
            <a:lvl5pPr lvl="4">
              <a:spcBef>
                <a:spcPts val="0"/>
              </a:spcBef>
              <a:spcAft>
                <a:spcPts val="0"/>
              </a:spcAft>
              <a:buSzPts val="1400"/>
              <a:buFont typeface="Libre Baskerville"/>
              <a:buNone/>
              <a:defRPr/>
            </a:lvl5pPr>
            <a:lvl6pPr lvl="5">
              <a:spcBef>
                <a:spcPts val="0"/>
              </a:spcBef>
              <a:spcAft>
                <a:spcPts val="0"/>
              </a:spcAft>
              <a:buSzPts val="1400"/>
              <a:buFont typeface="Libre Baskerville"/>
              <a:buNone/>
              <a:defRPr/>
            </a:lvl6pPr>
            <a:lvl7pPr lvl="6">
              <a:spcBef>
                <a:spcPts val="0"/>
              </a:spcBef>
              <a:spcAft>
                <a:spcPts val="0"/>
              </a:spcAft>
              <a:buSzPts val="1400"/>
              <a:buFont typeface="Libre Baskerville"/>
              <a:buNone/>
              <a:defRPr/>
            </a:lvl7pPr>
            <a:lvl8pPr lvl="7">
              <a:spcBef>
                <a:spcPts val="0"/>
              </a:spcBef>
              <a:spcAft>
                <a:spcPts val="0"/>
              </a:spcAft>
              <a:buSzPts val="1400"/>
              <a:buFont typeface="Libre Baskerville"/>
              <a:buNone/>
              <a:defRPr/>
            </a:lvl8pPr>
            <a:lvl9pPr lvl="8">
              <a:spcBef>
                <a:spcPts val="0"/>
              </a:spcBef>
              <a:spcAft>
                <a:spcPts val="0"/>
              </a:spcAft>
              <a:buSzPts val="1400"/>
              <a:buFont typeface="Libre Baskerville"/>
              <a:buNone/>
              <a:defRPr/>
            </a:lvl9pPr>
          </a:lstStyle>
          <a:p/>
        </p:txBody>
      </p:sp>
      <p:sp>
        <p:nvSpPr>
          <p:cNvPr id="209" name="Google Shape;209;p38"/>
          <p:cNvSpPr txBox="1"/>
          <p:nvPr>
            <p:ph idx="4" type="title"/>
          </p:nvPr>
        </p:nvSpPr>
        <p:spPr>
          <a:xfrm>
            <a:off x="3439600" y="1670323"/>
            <a:ext cx="1468500" cy="470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Font typeface="Libre Baskerville"/>
              <a:buNone/>
              <a:defRPr/>
            </a:lvl2pPr>
            <a:lvl3pPr lvl="2">
              <a:spcBef>
                <a:spcPts val="0"/>
              </a:spcBef>
              <a:spcAft>
                <a:spcPts val="0"/>
              </a:spcAft>
              <a:buSzPts val="1400"/>
              <a:buFont typeface="Libre Baskerville"/>
              <a:buNone/>
              <a:defRPr/>
            </a:lvl3pPr>
            <a:lvl4pPr lvl="3">
              <a:spcBef>
                <a:spcPts val="0"/>
              </a:spcBef>
              <a:spcAft>
                <a:spcPts val="0"/>
              </a:spcAft>
              <a:buSzPts val="1400"/>
              <a:buFont typeface="Libre Baskerville"/>
              <a:buNone/>
              <a:defRPr/>
            </a:lvl4pPr>
            <a:lvl5pPr lvl="4">
              <a:spcBef>
                <a:spcPts val="0"/>
              </a:spcBef>
              <a:spcAft>
                <a:spcPts val="0"/>
              </a:spcAft>
              <a:buSzPts val="1400"/>
              <a:buFont typeface="Libre Baskerville"/>
              <a:buNone/>
              <a:defRPr/>
            </a:lvl5pPr>
            <a:lvl6pPr lvl="5">
              <a:spcBef>
                <a:spcPts val="0"/>
              </a:spcBef>
              <a:spcAft>
                <a:spcPts val="0"/>
              </a:spcAft>
              <a:buSzPts val="1400"/>
              <a:buFont typeface="Libre Baskerville"/>
              <a:buNone/>
              <a:defRPr/>
            </a:lvl6pPr>
            <a:lvl7pPr lvl="6">
              <a:spcBef>
                <a:spcPts val="0"/>
              </a:spcBef>
              <a:spcAft>
                <a:spcPts val="0"/>
              </a:spcAft>
              <a:buSzPts val="1400"/>
              <a:buFont typeface="Libre Baskerville"/>
              <a:buNone/>
              <a:defRPr/>
            </a:lvl7pPr>
            <a:lvl8pPr lvl="7">
              <a:spcBef>
                <a:spcPts val="0"/>
              </a:spcBef>
              <a:spcAft>
                <a:spcPts val="0"/>
              </a:spcAft>
              <a:buSzPts val="1400"/>
              <a:buFont typeface="Libre Baskerville"/>
              <a:buNone/>
              <a:defRPr/>
            </a:lvl8pPr>
            <a:lvl9pPr lvl="8">
              <a:spcBef>
                <a:spcPts val="0"/>
              </a:spcBef>
              <a:spcAft>
                <a:spcPts val="0"/>
              </a:spcAft>
              <a:buSzPts val="1400"/>
              <a:buFont typeface="Libre Baskerville"/>
              <a:buNone/>
              <a:defRPr/>
            </a:lvl9pPr>
          </a:lstStyle>
          <a:p/>
        </p:txBody>
      </p:sp>
      <p:sp>
        <p:nvSpPr>
          <p:cNvPr id="210" name="Google Shape;210;p38"/>
          <p:cNvSpPr txBox="1"/>
          <p:nvPr>
            <p:ph idx="1" type="subTitle"/>
          </p:nvPr>
        </p:nvSpPr>
        <p:spPr>
          <a:xfrm>
            <a:off x="251400" y="2217823"/>
            <a:ext cx="1468500" cy="3174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211" name="Google Shape;211;p38"/>
          <p:cNvSpPr txBox="1"/>
          <p:nvPr>
            <p:ph idx="5" type="subTitle"/>
          </p:nvPr>
        </p:nvSpPr>
        <p:spPr>
          <a:xfrm>
            <a:off x="1860124" y="2217823"/>
            <a:ext cx="1453800" cy="3174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212" name="Google Shape;212;p38"/>
          <p:cNvSpPr txBox="1"/>
          <p:nvPr>
            <p:ph idx="6" type="subTitle"/>
          </p:nvPr>
        </p:nvSpPr>
        <p:spPr>
          <a:xfrm>
            <a:off x="3439600" y="2211623"/>
            <a:ext cx="1468500" cy="3174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cxnSp>
        <p:nvCxnSpPr>
          <p:cNvPr id="213" name="Google Shape;213;p38"/>
          <p:cNvCxnSpPr/>
          <p:nvPr/>
        </p:nvCxnSpPr>
        <p:spPr>
          <a:xfrm>
            <a:off x="2762250" y="4827350"/>
            <a:ext cx="0" cy="316800"/>
          </a:xfrm>
          <a:prstGeom prst="straightConnector1">
            <a:avLst/>
          </a:prstGeom>
          <a:noFill/>
          <a:ln cap="flat" cmpd="sng" w="9525">
            <a:solidFill>
              <a:schemeClr val="dk1"/>
            </a:solidFill>
            <a:prstDash val="solid"/>
            <a:round/>
            <a:headEnd len="med" w="med" type="none"/>
            <a:tailEnd len="med" w="med" type="none"/>
          </a:ln>
        </p:spPr>
      </p:cxnSp>
      <p:sp>
        <p:nvSpPr>
          <p:cNvPr id="214" name="Google Shape;214;p38"/>
          <p:cNvSpPr txBox="1"/>
          <p:nvPr>
            <p:ph idx="7" type="subTitle"/>
          </p:nvPr>
        </p:nvSpPr>
        <p:spPr>
          <a:xfrm>
            <a:off x="251400" y="4827075"/>
            <a:ext cx="2205900" cy="314100"/>
          </a:xfrm>
          <a:prstGeom prst="rect">
            <a:avLst/>
          </a:prstGeom>
        </p:spPr>
        <p:txBody>
          <a:bodyPr anchorCtr="0" anchor="t" bIns="91425" lIns="91425" spcFirstLastPara="1" rIns="91425" wrap="square" tIns="91425">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215" name="Google Shape;215;p38"/>
          <p:cNvSpPr txBox="1"/>
          <p:nvPr>
            <p:ph idx="8" type="subTitle"/>
          </p:nvPr>
        </p:nvSpPr>
        <p:spPr>
          <a:xfrm>
            <a:off x="3545100" y="4829700"/>
            <a:ext cx="2053800" cy="314100"/>
          </a:xfrm>
          <a:prstGeom prst="rect">
            <a:avLst/>
          </a:prstGeom>
        </p:spPr>
        <p:txBody>
          <a:bodyPr anchorCtr="0" anchor="t" bIns="91425" lIns="91425" spcFirstLastPara="1" rIns="91425" wrap="square" tIns="91425">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216" name="Google Shape;216;p38"/>
          <p:cNvSpPr/>
          <p:nvPr>
            <p:ph idx="9" type="pic"/>
          </p:nvPr>
        </p:nvSpPr>
        <p:spPr>
          <a:xfrm>
            <a:off x="1845500" y="2828798"/>
            <a:ext cx="1468500" cy="1872900"/>
          </a:xfrm>
          <a:prstGeom prst="roundRect">
            <a:avLst>
              <a:gd fmla="val 16667" name="adj"/>
            </a:avLst>
          </a:prstGeom>
          <a:noFill/>
          <a:ln>
            <a:noFill/>
          </a:ln>
        </p:spPr>
      </p:sp>
      <p:sp>
        <p:nvSpPr>
          <p:cNvPr id="217" name="Google Shape;217;p38"/>
          <p:cNvSpPr/>
          <p:nvPr>
            <p:ph idx="13" type="pic"/>
          </p:nvPr>
        </p:nvSpPr>
        <p:spPr>
          <a:xfrm>
            <a:off x="3439600" y="2828798"/>
            <a:ext cx="1468500" cy="1872900"/>
          </a:xfrm>
          <a:prstGeom prst="roundRect">
            <a:avLst>
              <a:gd fmla="val 16667" name="adj"/>
            </a:avLst>
          </a:prstGeom>
          <a:noFill/>
          <a:ln>
            <a:noFill/>
          </a:ln>
        </p:spPr>
      </p:sp>
      <p:sp>
        <p:nvSpPr>
          <p:cNvPr id="218" name="Google Shape;218;p38"/>
          <p:cNvSpPr/>
          <p:nvPr>
            <p:ph idx="14" type="pic"/>
          </p:nvPr>
        </p:nvSpPr>
        <p:spPr>
          <a:xfrm>
            <a:off x="5033700" y="2828798"/>
            <a:ext cx="1468500" cy="1872900"/>
          </a:xfrm>
          <a:prstGeom prst="roundRect">
            <a:avLst>
              <a:gd fmla="val 16667" name="adj"/>
            </a:avLst>
          </a:prstGeom>
          <a:noFill/>
          <a:ln>
            <a:noFill/>
          </a:ln>
        </p:spPr>
      </p:sp>
      <p:sp>
        <p:nvSpPr>
          <p:cNvPr id="219" name="Google Shape;219;p38"/>
          <p:cNvSpPr/>
          <p:nvPr>
            <p:ph idx="15" type="pic"/>
          </p:nvPr>
        </p:nvSpPr>
        <p:spPr>
          <a:xfrm>
            <a:off x="6627800" y="2828798"/>
            <a:ext cx="1468500" cy="1872900"/>
          </a:xfrm>
          <a:prstGeom prst="roundRect">
            <a:avLst>
              <a:gd fmla="val 16667" name="adj"/>
            </a:avLst>
          </a:prstGeom>
          <a:noFill/>
          <a:ln>
            <a:noFill/>
          </a:ln>
        </p:spPr>
      </p:sp>
      <p:sp>
        <p:nvSpPr>
          <p:cNvPr id="220" name="Google Shape;220;p38"/>
          <p:cNvSpPr txBox="1"/>
          <p:nvPr>
            <p:ph idx="16" type="title"/>
          </p:nvPr>
        </p:nvSpPr>
        <p:spPr>
          <a:xfrm>
            <a:off x="5033700" y="1670323"/>
            <a:ext cx="1468500" cy="470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Font typeface="Libre Baskerville"/>
              <a:buNone/>
              <a:defRPr/>
            </a:lvl2pPr>
            <a:lvl3pPr lvl="2">
              <a:spcBef>
                <a:spcPts val="0"/>
              </a:spcBef>
              <a:spcAft>
                <a:spcPts val="0"/>
              </a:spcAft>
              <a:buSzPts val="1400"/>
              <a:buFont typeface="Libre Baskerville"/>
              <a:buNone/>
              <a:defRPr/>
            </a:lvl3pPr>
            <a:lvl4pPr lvl="3">
              <a:spcBef>
                <a:spcPts val="0"/>
              </a:spcBef>
              <a:spcAft>
                <a:spcPts val="0"/>
              </a:spcAft>
              <a:buSzPts val="1400"/>
              <a:buFont typeface="Libre Baskerville"/>
              <a:buNone/>
              <a:defRPr/>
            </a:lvl4pPr>
            <a:lvl5pPr lvl="4">
              <a:spcBef>
                <a:spcPts val="0"/>
              </a:spcBef>
              <a:spcAft>
                <a:spcPts val="0"/>
              </a:spcAft>
              <a:buSzPts val="1400"/>
              <a:buFont typeface="Libre Baskerville"/>
              <a:buNone/>
              <a:defRPr/>
            </a:lvl5pPr>
            <a:lvl6pPr lvl="5">
              <a:spcBef>
                <a:spcPts val="0"/>
              </a:spcBef>
              <a:spcAft>
                <a:spcPts val="0"/>
              </a:spcAft>
              <a:buSzPts val="1400"/>
              <a:buFont typeface="Libre Baskerville"/>
              <a:buNone/>
              <a:defRPr/>
            </a:lvl6pPr>
            <a:lvl7pPr lvl="6">
              <a:spcBef>
                <a:spcPts val="0"/>
              </a:spcBef>
              <a:spcAft>
                <a:spcPts val="0"/>
              </a:spcAft>
              <a:buSzPts val="1400"/>
              <a:buFont typeface="Libre Baskerville"/>
              <a:buNone/>
              <a:defRPr/>
            </a:lvl7pPr>
            <a:lvl8pPr lvl="7">
              <a:spcBef>
                <a:spcPts val="0"/>
              </a:spcBef>
              <a:spcAft>
                <a:spcPts val="0"/>
              </a:spcAft>
              <a:buSzPts val="1400"/>
              <a:buFont typeface="Libre Baskerville"/>
              <a:buNone/>
              <a:defRPr/>
            </a:lvl8pPr>
            <a:lvl9pPr lvl="8">
              <a:spcBef>
                <a:spcPts val="0"/>
              </a:spcBef>
              <a:spcAft>
                <a:spcPts val="0"/>
              </a:spcAft>
              <a:buSzPts val="1400"/>
              <a:buFont typeface="Libre Baskerville"/>
              <a:buNone/>
              <a:defRPr/>
            </a:lvl9pPr>
          </a:lstStyle>
          <a:p/>
        </p:txBody>
      </p:sp>
      <p:sp>
        <p:nvSpPr>
          <p:cNvPr id="221" name="Google Shape;221;p38"/>
          <p:cNvSpPr txBox="1"/>
          <p:nvPr>
            <p:ph idx="17" type="subTitle"/>
          </p:nvPr>
        </p:nvSpPr>
        <p:spPr>
          <a:xfrm>
            <a:off x="5033700" y="2211623"/>
            <a:ext cx="1468500" cy="3174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222" name="Google Shape;222;p38"/>
          <p:cNvSpPr txBox="1"/>
          <p:nvPr>
            <p:ph idx="18" type="title"/>
          </p:nvPr>
        </p:nvSpPr>
        <p:spPr>
          <a:xfrm>
            <a:off x="6627800" y="1670323"/>
            <a:ext cx="1468500" cy="470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Font typeface="Libre Baskerville"/>
              <a:buNone/>
              <a:defRPr/>
            </a:lvl2pPr>
            <a:lvl3pPr lvl="2">
              <a:spcBef>
                <a:spcPts val="0"/>
              </a:spcBef>
              <a:spcAft>
                <a:spcPts val="0"/>
              </a:spcAft>
              <a:buSzPts val="1400"/>
              <a:buFont typeface="Libre Baskerville"/>
              <a:buNone/>
              <a:defRPr/>
            </a:lvl3pPr>
            <a:lvl4pPr lvl="3">
              <a:spcBef>
                <a:spcPts val="0"/>
              </a:spcBef>
              <a:spcAft>
                <a:spcPts val="0"/>
              </a:spcAft>
              <a:buSzPts val="1400"/>
              <a:buFont typeface="Libre Baskerville"/>
              <a:buNone/>
              <a:defRPr/>
            </a:lvl4pPr>
            <a:lvl5pPr lvl="4">
              <a:spcBef>
                <a:spcPts val="0"/>
              </a:spcBef>
              <a:spcAft>
                <a:spcPts val="0"/>
              </a:spcAft>
              <a:buSzPts val="1400"/>
              <a:buFont typeface="Libre Baskerville"/>
              <a:buNone/>
              <a:defRPr/>
            </a:lvl5pPr>
            <a:lvl6pPr lvl="5">
              <a:spcBef>
                <a:spcPts val="0"/>
              </a:spcBef>
              <a:spcAft>
                <a:spcPts val="0"/>
              </a:spcAft>
              <a:buSzPts val="1400"/>
              <a:buFont typeface="Libre Baskerville"/>
              <a:buNone/>
              <a:defRPr/>
            </a:lvl6pPr>
            <a:lvl7pPr lvl="6">
              <a:spcBef>
                <a:spcPts val="0"/>
              </a:spcBef>
              <a:spcAft>
                <a:spcPts val="0"/>
              </a:spcAft>
              <a:buSzPts val="1400"/>
              <a:buFont typeface="Libre Baskerville"/>
              <a:buNone/>
              <a:defRPr/>
            </a:lvl7pPr>
            <a:lvl8pPr lvl="7">
              <a:spcBef>
                <a:spcPts val="0"/>
              </a:spcBef>
              <a:spcAft>
                <a:spcPts val="0"/>
              </a:spcAft>
              <a:buSzPts val="1400"/>
              <a:buFont typeface="Libre Baskerville"/>
              <a:buNone/>
              <a:defRPr/>
            </a:lvl8pPr>
            <a:lvl9pPr lvl="8">
              <a:spcBef>
                <a:spcPts val="0"/>
              </a:spcBef>
              <a:spcAft>
                <a:spcPts val="0"/>
              </a:spcAft>
              <a:buSzPts val="1400"/>
              <a:buFont typeface="Libre Baskerville"/>
              <a:buNone/>
              <a:defRPr/>
            </a:lvl9pPr>
          </a:lstStyle>
          <a:p/>
        </p:txBody>
      </p:sp>
      <p:sp>
        <p:nvSpPr>
          <p:cNvPr id="223" name="Google Shape;223;p38"/>
          <p:cNvSpPr txBox="1"/>
          <p:nvPr>
            <p:ph idx="19" type="subTitle"/>
          </p:nvPr>
        </p:nvSpPr>
        <p:spPr>
          <a:xfrm>
            <a:off x="6627800" y="2211623"/>
            <a:ext cx="1468500" cy="3174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224" name="Google Shape;224;p38"/>
          <p:cNvSpPr txBox="1"/>
          <p:nvPr>
            <p:ph idx="20" type="title"/>
          </p:nvPr>
        </p:nvSpPr>
        <p:spPr>
          <a:xfrm>
            <a:off x="125700" y="134475"/>
            <a:ext cx="7970700" cy="17370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5600"/>
              <a:buFont typeface="Libre Baskerville"/>
              <a:buNone/>
              <a:defRPr sz="5600"/>
            </a:lvl2pPr>
            <a:lvl3pPr lvl="2">
              <a:spcBef>
                <a:spcPts val="0"/>
              </a:spcBef>
              <a:spcAft>
                <a:spcPts val="0"/>
              </a:spcAft>
              <a:buSzPts val="5600"/>
              <a:buFont typeface="Libre Baskerville"/>
              <a:buNone/>
              <a:defRPr sz="5600"/>
            </a:lvl3pPr>
            <a:lvl4pPr lvl="3">
              <a:spcBef>
                <a:spcPts val="0"/>
              </a:spcBef>
              <a:spcAft>
                <a:spcPts val="0"/>
              </a:spcAft>
              <a:buSzPts val="5600"/>
              <a:buFont typeface="Libre Baskerville"/>
              <a:buNone/>
              <a:defRPr sz="5600"/>
            </a:lvl4pPr>
            <a:lvl5pPr lvl="4">
              <a:spcBef>
                <a:spcPts val="0"/>
              </a:spcBef>
              <a:spcAft>
                <a:spcPts val="0"/>
              </a:spcAft>
              <a:buSzPts val="5600"/>
              <a:buFont typeface="Libre Baskerville"/>
              <a:buNone/>
              <a:defRPr sz="5600"/>
            </a:lvl5pPr>
            <a:lvl6pPr lvl="5">
              <a:spcBef>
                <a:spcPts val="0"/>
              </a:spcBef>
              <a:spcAft>
                <a:spcPts val="0"/>
              </a:spcAft>
              <a:buSzPts val="5600"/>
              <a:buFont typeface="Libre Baskerville"/>
              <a:buNone/>
              <a:defRPr sz="5600"/>
            </a:lvl6pPr>
            <a:lvl7pPr lvl="6">
              <a:spcBef>
                <a:spcPts val="0"/>
              </a:spcBef>
              <a:spcAft>
                <a:spcPts val="0"/>
              </a:spcAft>
              <a:buSzPts val="5600"/>
              <a:buFont typeface="Libre Baskerville"/>
              <a:buNone/>
              <a:defRPr sz="5600"/>
            </a:lvl7pPr>
            <a:lvl8pPr lvl="7">
              <a:spcBef>
                <a:spcPts val="0"/>
              </a:spcBef>
              <a:spcAft>
                <a:spcPts val="0"/>
              </a:spcAft>
              <a:buSzPts val="5600"/>
              <a:buFont typeface="Libre Baskerville"/>
              <a:buNone/>
              <a:defRPr sz="5600"/>
            </a:lvl8pPr>
            <a:lvl9pPr lvl="8">
              <a:spcBef>
                <a:spcPts val="0"/>
              </a:spcBef>
              <a:spcAft>
                <a:spcPts val="0"/>
              </a:spcAft>
              <a:buSzPts val="5600"/>
              <a:buFont typeface="Libre Baskerville"/>
              <a:buNone/>
              <a:defRPr sz="5600"/>
            </a:lvl9pPr>
          </a:lstStyle>
          <a:p/>
        </p:txBody>
      </p:sp>
      <p:sp>
        <p:nvSpPr>
          <p:cNvPr id="225" name="Google Shape;225;p38"/>
          <p:cNvSpPr/>
          <p:nvPr/>
        </p:nvSpPr>
        <p:spPr>
          <a:xfrm rot="5400000">
            <a:off x="8611250" y="4735800"/>
            <a:ext cx="321000" cy="494100"/>
          </a:xfrm>
          <a:prstGeom prst="round2SameRect">
            <a:avLst>
              <a:gd fmla="val 50000"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6" name="Google Shape;226;p38"/>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ussion ">
  <p:cSld name="TITLE_ONLY_1">
    <p:spTree>
      <p:nvGrpSpPr>
        <p:cNvPr id="227" name="Shape 227"/>
        <p:cNvGrpSpPr/>
        <p:nvPr/>
      </p:nvGrpSpPr>
      <p:grpSpPr>
        <a:xfrm>
          <a:off x="0" y="0"/>
          <a:ext cx="0" cy="0"/>
          <a:chOff x="0" y="0"/>
          <a:chExt cx="0" cy="0"/>
        </a:xfrm>
      </p:grpSpPr>
      <p:sp>
        <p:nvSpPr>
          <p:cNvPr id="228" name="Google Shape;228;p39"/>
          <p:cNvSpPr/>
          <p:nvPr/>
        </p:nvSpPr>
        <p:spPr>
          <a:xfrm rot="5400000">
            <a:off x="4391175" y="560850"/>
            <a:ext cx="321000" cy="8851800"/>
          </a:xfrm>
          <a:prstGeom prst="round2SameRect">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cxnSp>
        <p:nvCxnSpPr>
          <p:cNvPr id="229" name="Google Shape;229;p39"/>
          <p:cNvCxnSpPr/>
          <p:nvPr/>
        </p:nvCxnSpPr>
        <p:spPr>
          <a:xfrm>
            <a:off x="-27475" y="2390175"/>
            <a:ext cx="9251400" cy="0"/>
          </a:xfrm>
          <a:prstGeom prst="straightConnector1">
            <a:avLst/>
          </a:prstGeom>
          <a:noFill/>
          <a:ln cap="flat" cmpd="sng" w="19050">
            <a:solidFill>
              <a:schemeClr val="dk1"/>
            </a:solidFill>
            <a:prstDash val="solid"/>
            <a:round/>
            <a:headEnd len="med" w="med" type="none"/>
            <a:tailEnd len="med" w="med" type="none"/>
          </a:ln>
        </p:spPr>
      </p:cxnSp>
      <p:cxnSp>
        <p:nvCxnSpPr>
          <p:cNvPr id="230" name="Google Shape;230;p39"/>
          <p:cNvCxnSpPr/>
          <p:nvPr/>
        </p:nvCxnSpPr>
        <p:spPr>
          <a:xfrm>
            <a:off x="4570800" y="-10350"/>
            <a:ext cx="0" cy="4834800"/>
          </a:xfrm>
          <a:prstGeom prst="straightConnector1">
            <a:avLst/>
          </a:prstGeom>
          <a:noFill/>
          <a:ln cap="flat" cmpd="sng" w="19050">
            <a:solidFill>
              <a:schemeClr val="dk1"/>
            </a:solidFill>
            <a:prstDash val="solid"/>
            <a:round/>
            <a:headEnd len="med" w="med" type="none"/>
            <a:tailEnd len="med" w="med" type="none"/>
          </a:ln>
        </p:spPr>
      </p:cxnSp>
      <p:sp>
        <p:nvSpPr>
          <p:cNvPr id="231" name="Google Shape;231;p39"/>
          <p:cNvSpPr txBox="1"/>
          <p:nvPr>
            <p:ph idx="1" type="subTitle"/>
          </p:nvPr>
        </p:nvSpPr>
        <p:spPr>
          <a:xfrm>
            <a:off x="125700" y="125600"/>
            <a:ext cx="2140500" cy="3174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232" name="Google Shape;232;p39"/>
          <p:cNvSpPr txBox="1"/>
          <p:nvPr>
            <p:ph idx="2" type="subTitle"/>
          </p:nvPr>
        </p:nvSpPr>
        <p:spPr>
          <a:xfrm>
            <a:off x="6875400" y="125600"/>
            <a:ext cx="2143800" cy="317400"/>
          </a:xfrm>
          <a:prstGeom prst="rect">
            <a:avLst/>
          </a:prstGeom>
        </p:spPr>
        <p:txBody>
          <a:bodyPr anchorCtr="0" anchor="t" bIns="91425" lIns="91425" spcFirstLastPara="1" rIns="91425" wrap="square" tIns="91425">
            <a:noAutofit/>
          </a:bodyPr>
          <a:lstStyle>
            <a:lvl1pPr lvl="0" algn="r">
              <a:spcBef>
                <a:spcPts val="0"/>
              </a:spcBef>
              <a:spcAft>
                <a:spcPts val="0"/>
              </a:spcAft>
              <a:buSzPts val="1000"/>
              <a:buNone/>
              <a:defRPr/>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p:txBody>
      </p:sp>
      <p:sp>
        <p:nvSpPr>
          <p:cNvPr id="233" name="Google Shape;233;p39"/>
          <p:cNvSpPr txBox="1"/>
          <p:nvPr>
            <p:ph idx="3" type="subTitle"/>
          </p:nvPr>
        </p:nvSpPr>
        <p:spPr>
          <a:xfrm>
            <a:off x="6875400" y="4383975"/>
            <a:ext cx="2143800" cy="317400"/>
          </a:xfrm>
          <a:prstGeom prst="rect">
            <a:avLst/>
          </a:prstGeom>
        </p:spPr>
        <p:txBody>
          <a:bodyPr anchorCtr="0" anchor="t" bIns="91425" lIns="91425" spcFirstLastPara="1" rIns="91425" wrap="square" tIns="91425">
            <a:noAutofit/>
          </a:bodyPr>
          <a:lstStyle>
            <a:lvl1pPr lvl="0" algn="r">
              <a:spcBef>
                <a:spcPts val="0"/>
              </a:spcBef>
              <a:spcAft>
                <a:spcPts val="0"/>
              </a:spcAft>
              <a:buSzPts val="1000"/>
              <a:buNone/>
              <a:defRPr/>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p:txBody>
      </p:sp>
      <p:sp>
        <p:nvSpPr>
          <p:cNvPr id="234" name="Google Shape;234;p39"/>
          <p:cNvSpPr txBox="1"/>
          <p:nvPr>
            <p:ph idx="4" type="subTitle"/>
          </p:nvPr>
        </p:nvSpPr>
        <p:spPr>
          <a:xfrm>
            <a:off x="125700" y="4383975"/>
            <a:ext cx="2140500" cy="3174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cxnSp>
        <p:nvCxnSpPr>
          <p:cNvPr id="235" name="Google Shape;235;p39"/>
          <p:cNvCxnSpPr/>
          <p:nvPr/>
        </p:nvCxnSpPr>
        <p:spPr>
          <a:xfrm>
            <a:off x="2762250" y="4827350"/>
            <a:ext cx="0" cy="316800"/>
          </a:xfrm>
          <a:prstGeom prst="straightConnector1">
            <a:avLst/>
          </a:prstGeom>
          <a:noFill/>
          <a:ln cap="flat" cmpd="sng" w="9525">
            <a:solidFill>
              <a:schemeClr val="dk1"/>
            </a:solidFill>
            <a:prstDash val="solid"/>
            <a:round/>
            <a:headEnd len="med" w="med" type="none"/>
            <a:tailEnd len="med" w="med" type="none"/>
          </a:ln>
        </p:spPr>
      </p:cxnSp>
      <p:sp>
        <p:nvSpPr>
          <p:cNvPr id="236" name="Google Shape;236;p39"/>
          <p:cNvSpPr txBox="1"/>
          <p:nvPr>
            <p:ph idx="5" type="subTitle"/>
          </p:nvPr>
        </p:nvSpPr>
        <p:spPr>
          <a:xfrm>
            <a:off x="251400" y="4827075"/>
            <a:ext cx="2205900" cy="314100"/>
          </a:xfrm>
          <a:prstGeom prst="rect">
            <a:avLst/>
          </a:prstGeom>
        </p:spPr>
        <p:txBody>
          <a:bodyPr anchorCtr="0" anchor="t" bIns="91425" lIns="91425" spcFirstLastPara="1" rIns="91425" wrap="square" tIns="91425">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237" name="Google Shape;237;p39"/>
          <p:cNvSpPr txBox="1"/>
          <p:nvPr>
            <p:ph idx="6" type="subTitle"/>
          </p:nvPr>
        </p:nvSpPr>
        <p:spPr>
          <a:xfrm>
            <a:off x="3545100" y="4829700"/>
            <a:ext cx="2053800" cy="314100"/>
          </a:xfrm>
          <a:prstGeom prst="rect">
            <a:avLst/>
          </a:prstGeom>
        </p:spPr>
        <p:txBody>
          <a:bodyPr anchorCtr="0" anchor="t" bIns="91425" lIns="91425" spcFirstLastPara="1" rIns="91425" wrap="square" tIns="91425">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238" name="Google Shape;238;p39"/>
          <p:cNvSpPr/>
          <p:nvPr/>
        </p:nvSpPr>
        <p:spPr>
          <a:xfrm rot="5400000">
            <a:off x="8611250" y="4735800"/>
            <a:ext cx="321000" cy="494100"/>
          </a:xfrm>
          <a:prstGeom prst="round2SameRect">
            <a:avLst>
              <a:gd fmla="val 50000"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9" name="Google Shape;239;p39"/>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ussion">
  <p:cSld name="TITLE_ONLY_1_1">
    <p:spTree>
      <p:nvGrpSpPr>
        <p:cNvPr id="240" name="Shape 240"/>
        <p:cNvGrpSpPr/>
        <p:nvPr/>
      </p:nvGrpSpPr>
      <p:grpSpPr>
        <a:xfrm>
          <a:off x="0" y="0"/>
          <a:ext cx="0" cy="0"/>
          <a:chOff x="0" y="0"/>
          <a:chExt cx="0" cy="0"/>
        </a:xfrm>
      </p:grpSpPr>
      <p:sp>
        <p:nvSpPr>
          <p:cNvPr id="241" name="Google Shape;241;p40"/>
          <p:cNvSpPr/>
          <p:nvPr/>
        </p:nvSpPr>
        <p:spPr>
          <a:xfrm>
            <a:off x="4572000" y="2411100"/>
            <a:ext cx="4572000" cy="2736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2" name="Google Shape;242;p40"/>
          <p:cNvSpPr/>
          <p:nvPr/>
        </p:nvSpPr>
        <p:spPr>
          <a:xfrm>
            <a:off x="0" y="2411100"/>
            <a:ext cx="4572000" cy="27363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3" name="Google Shape;243;p40"/>
          <p:cNvSpPr/>
          <p:nvPr/>
        </p:nvSpPr>
        <p:spPr>
          <a:xfrm rot="5400000">
            <a:off x="4391175" y="560850"/>
            <a:ext cx="321000" cy="8851800"/>
          </a:xfrm>
          <a:prstGeom prst="round2SameRect">
            <a:avLst>
              <a:gd fmla="val 50000" name="adj1"/>
              <a:gd fmla="val 50000" name="adj2"/>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244" name="Google Shape;244;p40"/>
          <p:cNvSpPr/>
          <p:nvPr/>
        </p:nvSpPr>
        <p:spPr>
          <a:xfrm>
            <a:off x="4572000" y="0"/>
            <a:ext cx="4572000" cy="2411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5" name="Google Shape;245;p40"/>
          <p:cNvSpPr/>
          <p:nvPr/>
        </p:nvSpPr>
        <p:spPr>
          <a:xfrm>
            <a:off x="0" y="0"/>
            <a:ext cx="4572000" cy="2411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6" name="Google Shape;246;p40"/>
          <p:cNvSpPr txBox="1"/>
          <p:nvPr>
            <p:ph idx="1" type="subTitle"/>
          </p:nvPr>
        </p:nvSpPr>
        <p:spPr>
          <a:xfrm>
            <a:off x="125700" y="125600"/>
            <a:ext cx="2140500" cy="3174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247" name="Google Shape;247;p40"/>
          <p:cNvSpPr txBox="1"/>
          <p:nvPr>
            <p:ph idx="2" type="subTitle"/>
          </p:nvPr>
        </p:nvSpPr>
        <p:spPr>
          <a:xfrm>
            <a:off x="6875400" y="125600"/>
            <a:ext cx="2143800" cy="317400"/>
          </a:xfrm>
          <a:prstGeom prst="rect">
            <a:avLst/>
          </a:prstGeom>
        </p:spPr>
        <p:txBody>
          <a:bodyPr anchorCtr="0" anchor="t" bIns="91425" lIns="91425" spcFirstLastPara="1" rIns="91425" wrap="square" tIns="91425">
            <a:noAutofit/>
          </a:bodyPr>
          <a:lstStyle>
            <a:lvl1pPr lvl="0" algn="r">
              <a:spcBef>
                <a:spcPts val="0"/>
              </a:spcBef>
              <a:spcAft>
                <a:spcPts val="0"/>
              </a:spcAft>
              <a:buSzPts val="1000"/>
              <a:buNone/>
              <a:defRPr/>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p:txBody>
      </p:sp>
      <p:sp>
        <p:nvSpPr>
          <p:cNvPr id="248" name="Google Shape;248;p40"/>
          <p:cNvSpPr txBox="1"/>
          <p:nvPr>
            <p:ph idx="3" type="subTitle"/>
          </p:nvPr>
        </p:nvSpPr>
        <p:spPr>
          <a:xfrm>
            <a:off x="6875400" y="4383975"/>
            <a:ext cx="2143800" cy="317400"/>
          </a:xfrm>
          <a:prstGeom prst="rect">
            <a:avLst/>
          </a:prstGeom>
        </p:spPr>
        <p:txBody>
          <a:bodyPr anchorCtr="0" anchor="t" bIns="91425" lIns="91425" spcFirstLastPara="1" rIns="91425" wrap="square" tIns="91425">
            <a:noAutofit/>
          </a:bodyPr>
          <a:lstStyle>
            <a:lvl1pPr lvl="0" algn="r">
              <a:spcBef>
                <a:spcPts val="0"/>
              </a:spcBef>
              <a:spcAft>
                <a:spcPts val="0"/>
              </a:spcAft>
              <a:buSzPts val="1000"/>
              <a:buNone/>
              <a:defRPr/>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p:txBody>
      </p:sp>
      <p:sp>
        <p:nvSpPr>
          <p:cNvPr id="249" name="Google Shape;249;p40"/>
          <p:cNvSpPr txBox="1"/>
          <p:nvPr>
            <p:ph idx="4" type="subTitle"/>
          </p:nvPr>
        </p:nvSpPr>
        <p:spPr>
          <a:xfrm>
            <a:off x="125700" y="4383975"/>
            <a:ext cx="2140500" cy="3174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cxnSp>
        <p:nvCxnSpPr>
          <p:cNvPr id="250" name="Google Shape;250;p40"/>
          <p:cNvCxnSpPr/>
          <p:nvPr/>
        </p:nvCxnSpPr>
        <p:spPr>
          <a:xfrm>
            <a:off x="2762250" y="4827350"/>
            <a:ext cx="0" cy="316800"/>
          </a:xfrm>
          <a:prstGeom prst="straightConnector1">
            <a:avLst/>
          </a:prstGeom>
          <a:noFill/>
          <a:ln cap="flat" cmpd="sng" w="9525">
            <a:solidFill>
              <a:schemeClr val="dk1"/>
            </a:solidFill>
            <a:prstDash val="solid"/>
            <a:round/>
            <a:headEnd len="med" w="med" type="none"/>
            <a:tailEnd len="med" w="med" type="none"/>
          </a:ln>
        </p:spPr>
      </p:cxnSp>
      <p:sp>
        <p:nvSpPr>
          <p:cNvPr id="251" name="Google Shape;251;p40"/>
          <p:cNvSpPr txBox="1"/>
          <p:nvPr>
            <p:ph idx="5" type="subTitle"/>
          </p:nvPr>
        </p:nvSpPr>
        <p:spPr>
          <a:xfrm>
            <a:off x="251400" y="4827075"/>
            <a:ext cx="2205900" cy="314100"/>
          </a:xfrm>
          <a:prstGeom prst="rect">
            <a:avLst/>
          </a:prstGeom>
        </p:spPr>
        <p:txBody>
          <a:bodyPr anchorCtr="0" anchor="t" bIns="91425" lIns="91425" spcFirstLastPara="1" rIns="91425" wrap="square" tIns="91425">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252" name="Google Shape;252;p40"/>
          <p:cNvSpPr txBox="1"/>
          <p:nvPr>
            <p:ph idx="6" type="subTitle"/>
          </p:nvPr>
        </p:nvSpPr>
        <p:spPr>
          <a:xfrm>
            <a:off x="3545100" y="4829700"/>
            <a:ext cx="2053800" cy="314100"/>
          </a:xfrm>
          <a:prstGeom prst="rect">
            <a:avLst/>
          </a:prstGeom>
        </p:spPr>
        <p:txBody>
          <a:bodyPr anchorCtr="0" anchor="t" bIns="91425" lIns="91425" spcFirstLastPara="1" rIns="91425" wrap="square" tIns="91425">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253" name="Google Shape;253;p40"/>
          <p:cNvSpPr/>
          <p:nvPr/>
        </p:nvSpPr>
        <p:spPr>
          <a:xfrm rot="5400000">
            <a:off x="8611250" y="4735800"/>
            <a:ext cx="321000" cy="494100"/>
          </a:xfrm>
          <a:prstGeom prst="round2SameRect">
            <a:avLst>
              <a:gd fmla="val 50000"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4" name="Google Shape;254;p40"/>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ure Input">
  <p:cSld name="ONE_COLUMN_TEXT">
    <p:bg>
      <p:bgPr>
        <a:solidFill>
          <a:schemeClr val="dk1"/>
        </a:solidFill>
      </p:bgPr>
    </p:bg>
    <p:spTree>
      <p:nvGrpSpPr>
        <p:cNvPr id="255" name="Shape 255"/>
        <p:cNvGrpSpPr/>
        <p:nvPr/>
      </p:nvGrpSpPr>
      <p:grpSpPr>
        <a:xfrm>
          <a:off x="0" y="0"/>
          <a:ext cx="0" cy="0"/>
          <a:chOff x="0" y="0"/>
          <a:chExt cx="0" cy="0"/>
        </a:xfrm>
      </p:grpSpPr>
      <p:sp>
        <p:nvSpPr>
          <p:cNvPr id="256" name="Google Shape;256;p41"/>
          <p:cNvSpPr/>
          <p:nvPr/>
        </p:nvSpPr>
        <p:spPr>
          <a:xfrm rot="5400000">
            <a:off x="4391175" y="560850"/>
            <a:ext cx="321000" cy="8851800"/>
          </a:xfrm>
          <a:prstGeom prst="round2SameRect">
            <a:avLst>
              <a:gd fmla="val 50000" name="adj1"/>
              <a:gd fmla="val 50000"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257" name="Google Shape;257;p41"/>
          <p:cNvSpPr/>
          <p:nvPr/>
        </p:nvSpPr>
        <p:spPr>
          <a:xfrm>
            <a:off x="251400" y="1680400"/>
            <a:ext cx="1468500" cy="3021000"/>
          </a:xfrm>
          <a:prstGeom prst="roundRect">
            <a:avLst>
              <a:gd fmla="val 16667"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8" name="Google Shape;258;p41"/>
          <p:cNvSpPr/>
          <p:nvPr/>
        </p:nvSpPr>
        <p:spPr>
          <a:xfrm>
            <a:off x="1845500" y="1680400"/>
            <a:ext cx="1468500" cy="3021000"/>
          </a:xfrm>
          <a:prstGeom prst="roundRect">
            <a:avLst>
              <a:gd fmla="val 16667"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9" name="Google Shape;259;p41"/>
          <p:cNvSpPr/>
          <p:nvPr/>
        </p:nvSpPr>
        <p:spPr>
          <a:xfrm>
            <a:off x="3439600" y="1680400"/>
            <a:ext cx="1468500" cy="3021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60" name="Google Shape;260;p41"/>
          <p:cNvSpPr txBox="1"/>
          <p:nvPr>
            <p:ph type="title"/>
          </p:nvPr>
        </p:nvSpPr>
        <p:spPr>
          <a:xfrm>
            <a:off x="125700" y="125600"/>
            <a:ext cx="8642100" cy="78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600"/>
              <a:buNone/>
              <a:defRPr>
                <a:solidFill>
                  <a:schemeClr val="lt1"/>
                </a:solidFill>
              </a:defRPr>
            </a:lvl1pPr>
            <a:lvl2pPr lvl="1">
              <a:spcBef>
                <a:spcPts val="0"/>
              </a:spcBef>
              <a:spcAft>
                <a:spcPts val="0"/>
              </a:spcAft>
              <a:buSzPts val="5600"/>
              <a:buFont typeface="Libre Baskerville"/>
              <a:buNone/>
              <a:defRPr sz="5600"/>
            </a:lvl2pPr>
            <a:lvl3pPr lvl="2">
              <a:spcBef>
                <a:spcPts val="0"/>
              </a:spcBef>
              <a:spcAft>
                <a:spcPts val="0"/>
              </a:spcAft>
              <a:buSzPts val="5600"/>
              <a:buFont typeface="Libre Baskerville"/>
              <a:buNone/>
              <a:defRPr sz="5600"/>
            </a:lvl3pPr>
            <a:lvl4pPr lvl="3">
              <a:spcBef>
                <a:spcPts val="0"/>
              </a:spcBef>
              <a:spcAft>
                <a:spcPts val="0"/>
              </a:spcAft>
              <a:buSzPts val="5600"/>
              <a:buFont typeface="Libre Baskerville"/>
              <a:buNone/>
              <a:defRPr sz="5600"/>
            </a:lvl4pPr>
            <a:lvl5pPr lvl="4">
              <a:spcBef>
                <a:spcPts val="0"/>
              </a:spcBef>
              <a:spcAft>
                <a:spcPts val="0"/>
              </a:spcAft>
              <a:buSzPts val="5600"/>
              <a:buFont typeface="Libre Baskerville"/>
              <a:buNone/>
              <a:defRPr sz="5600"/>
            </a:lvl5pPr>
            <a:lvl6pPr lvl="5">
              <a:spcBef>
                <a:spcPts val="0"/>
              </a:spcBef>
              <a:spcAft>
                <a:spcPts val="0"/>
              </a:spcAft>
              <a:buSzPts val="5600"/>
              <a:buFont typeface="Libre Baskerville"/>
              <a:buNone/>
              <a:defRPr sz="5600"/>
            </a:lvl6pPr>
            <a:lvl7pPr lvl="6">
              <a:spcBef>
                <a:spcPts val="0"/>
              </a:spcBef>
              <a:spcAft>
                <a:spcPts val="0"/>
              </a:spcAft>
              <a:buSzPts val="5600"/>
              <a:buFont typeface="Libre Baskerville"/>
              <a:buNone/>
              <a:defRPr sz="5600"/>
            </a:lvl7pPr>
            <a:lvl8pPr lvl="7">
              <a:spcBef>
                <a:spcPts val="0"/>
              </a:spcBef>
              <a:spcAft>
                <a:spcPts val="0"/>
              </a:spcAft>
              <a:buSzPts val="5600"/>
              <a:buFont typeface="Libre Baskerville"/>
              <a:buNone/>
              <a:defRPr sz="5600"/>
            </a:lvl8pPr>
            <a:lvl9pPr lvl="8">
              <a:spcBef>
                <a:spcPts val="0"/>
              </a:spcBef>
              <a:spcAft>
                <a:spcPts val="0"/>
              </a:spcAft>
              <a:buSzPts val="5600"/>
              <a:buFont typeface="Libre Baskerville"/>
              <a:buNone/>
              <a:defRPr sz="5600"/>
            </a:lvl9pPr>
          </a:lstStyle>
          <a:p/>
        </p:txBody>
      </p:sp>
      <p:sp>
        <p:nvSpPr>
          <p:cNvPr id="261" name="Google Shape;261;p41"/>
          <p:cNvSpPr txBox="1"/>
          <p:nvPr>
            <p:ph idx="1" type="body"/>
          </p:nvPr>
        </p:nvSpPr>
        <p:spPr>
          <a:xfrm>
            <a:off x="323978" y="2596823"/>
            <a:ext cx="1323000" cy="18552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262" name="Google Shape;262;p41"/>
          <p:cNvSpPr txBox="1"/>
          <p:nvPr>
            <p:ph idx="2" type="body"/>
          </p:nvPr>
        </p:nvSpPr>
        <p:spPr>
          <a:xfrm>
            <a:off x="1918085" y="2596782"/>
            <a:ext cx="1323300" cy="18552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263" name="Google Shape;263;p41"/>
          <p:cNvSpPr txBox="1"/>
          <p:nvPr>
            <p:ph idx="3" type="body"/>
          </p:nvPr>
        </p:nvSpPr>
        <p:spPr>
          <a:xfrm>
            <a:off x="3512185" y="2596890"/>
            <a:ext cx="1323300" cy="18552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chemeClr val="dk1"/>
              </a:buClr>
              <a:buSzPts val="1200"/>
              <a:buChar char="●"/>
              <a:defRPr sz="1200"/>
            </a:lvl1pPr>
            <a:lvl2pPr indent="-304800" lvl="1" marL="914400">
              <a:spcBef>
                <a:spcPts val="0"/>
              </a:spcBef>
              <a:spcAft>
                <a:spcPts val="0"/>
              </a:spcAft>
              <a:buClr>
                <a:schemeClr val="dk1"/>
              </a:buClr>
              <a:buSzPts val="1200"/>
              <a:buChar char="○"/>
              <a:defRPr sz="1200"/>
            </a:lvl2pPr>
            <a:lvl3pPr indent="-304800" lvl="2" marL="1371600">
              <a:spcBef>
                <a:spcPts val="0"/>
              </a:spcBef>
              <a:spcAft>
                <a:spcPts val="0"/>
              </a:spcAft>
              <a:buClr>
                <a:schemeClr val="dk1"/>
              </a:buClr>
              <a:buSzPts val="1200"/>
              <a:buChar char="■"/>
              <a:defRPr sz="1200"/>
            </a:lvl3pPr>
            <a:lvl4pPr indent="-304800" lvl="3" marL="1828800">
              <a:spcBef>
                <a:spcPts val="0"/>
              </a:spcBef>
              <a:spcAft>
                <a:spcPts val="0"/>
              </a:spcAft>
              <a:buClr>
                <a:schemeClr val="dk1"/>
              </a:buClr>
              <a:buSzPts val="1200"/>
              <a:buChar char="●"/>
              <a:defRPr sz="1200"/>
            </a:lvl4pPr>
            <a:lvl5pPr indent="-304800" lvl="4" marL="2286000">
              <a:spcBef>
                <a:spcPts val="0"/>
              </a:spcBef>
              <a:spcAft>
                <a:spcPts val="0"/>
              </a:spcAft>
              <a:buClr>
                <a:schemeClr val="dk1"/>
              </a:buClr>
              <a:buSzPts val="1200"/>
              <a:buChar char="○"/>
              <a:defRPr sz="1200"/>
            </a:lvl5pPr>
            <a:lvl6pPr indent="-304800" lvl="5" marL="2743200">
              <a:spcBef>
                <a:spcPts val="0"/>
              </a:spcBef>
              <a:spcAft>
                <a:spcPts val="0"/>
              </a:spcAft>
              <a:buClr>
                <a:schemeClr val="dk1"/>
              </a:buClr>
              <a:buSzPts val="1200"/>
              <a:buChar char="■"/>
              <a:defRPr sz="1200"/>
            </a:lvl6pPr>
            <a:lvl7pPr indent="-304800" lvl="6" marL="3200400">
              <a:spcBef>
                <a:spcPts val="0"/>
              </a:spcBef>
              <a:spcAft>
                <a:spcPts val="0"/>
              </a:spcAft>
              <a:buClr>
                <a:schemeClr val="dk1"/>
              </a:buClr>
              <a:buSzPts val="1200"/>
              <a:buChar char="●"/>
              <a:defRPr sz="1200"/>
            </a:lvl7pPr>
            <a:lvl8pPr indent="-304800" lvl="7" marL="3657600">
              <a:spcBef>
                <a:spcPts val="0"/>
              </a:spcBef>
              <a:spcAft>
                <a:spcPts val="0"/>
              </a:spcAft>
              <a:buClr>
                <a:schemeClr val="dk1"/>
              </a:buClr>
              <a:buSzPts val="1200"/>
              <a:buChar char="○"/>
              <a:defRPr sz="1200"/>
            </a:lvl8pPr>
            <a:lvl9pPr indent="-304800" lvl="8" marL="4114800">
              <a:spcBef>
                <a:spcPts val="0"/>
              </a:spcBef>
              <a:spcAft>
                <a:spcPts val="0"/>
              </a:spcAft>
              <a:buClr>
                <a:schemeClr val="dk1"/>
              </a:buClr>
              <a:buSzPts val="1200"/>
              <a:buChar char="■"/>
              <a:defRPr sz="1200"/>
            </a:lvl9pPr>
          </a:lstStyle>
          <a:p/>
        </p:txBody>
      </p:sp>
      <p:sp>
        <p:nvSpPr>
          <p:cNvPr id="264" name="Google Shape;264;p41"/>
          <p:cNvSpPr txBox="1"/>
          <p:nvPr>
            <p:ph idx="4" type="subTitle"/>
          </p:nvPr>
        </p:nvSpPr>
        <p:spPr>
          <a:xfrm>
            <a:off x="490551" y="1735531"/>
            <a:ext cx="990000" cy="468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1pPr>
            <a:lvl2pPr lvl="1"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2pPr>
            <a:lvl3pPr lvl="2"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3pPr>
            <a:lvl4pPr lvl="3"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4pPr>
            <a:lvl5pPr lvl="4"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5pPr>
            <a:lvl6pPr lvl="5"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6pPr>
            <a:lvl7pPr lvl="6"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7pPr>
            <a:lvl8pPr lvl="7"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8pPr>
            <a:lvl9pPr lvl="8"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9pPr>
          </a:lstStyle>
          <a:p/>
        </p:txBody>
      </p:sp>
      <p:sp>
        <p:nvSpPr>
          <p:cNvPr id="265" name="Google Shape;265;p41"/>
          <p:cNvSpPr txBox="1"/>
          <p:nvPr>
            <p:ph idx="5" type="subTitle"/>
          </p:nvPr>
        </p:nvSpPr>
        <p:spPr>
          <a:xfrm>
            <a:off x="2084677" y="1742395"/>
            <a:ext cx="990000" cy="468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1pPr>
            <a:lvl2pPr lvl="1"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2pPr>
            <a:lvl3pPr lvl="2"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3pPr>
            <a:lvl4pPr lvl="3"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4pPr>
            <a:lvl5pPr lvl="4"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5pPr>
            <a:lvl6pPr lvl="5"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6pPr>
            <a:lvl7pPr lvl="6"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7pPr>
            <a:lvl8pPr lvl="7"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8pPr>
            <a:lvl9pPr lvl="8" algn="ctr">
              <a:spcBef>
                <a:spcPts val="0"/>
              </a:spcBef>
              <a:spcAft>
                <a:spcPts val="0"/>
              </a:spcAft>
              <a:buClr>
                <a:schemeClr val="lt1"/>
              </a:buClr>
              <a:buSzPts val="1200"/>
              <a:buFont typeface="Libre Baskerville"/>
              <a:buNone/>
              <a:defRPr sz="1200">
                <a:solidFill>
                  <a:schemeClr val="lt1"/>
                </a:solidFill>
                <a:latin typeface="Libre Baskerville"/>
                <a:ea typeface="Libre Baskerville"/>
                <a:cs typeface="Libre Baskerville"/>
                <a:sym typeface="Libre Baskerville"/>
              </a:defRPr>
            </a:lvl9pPr>
          </a:lstStyle>
          <a:p/>
        </p:txBody>
      </p:sp>
      <p:sp>
        <p:nvSpPr>
          <p:cNvPr id="266" name="Google Shape;266;p41"/>
          <p:cNvSpPr txBox="1"/>
          <p:nvPr>
            <p:ph idx="6" type="subTitle"/>
          </p:nvPr>
        </p:nvSpPr>
        <p:spPr>
          <a:xfrm>
            <a:off x="3678777" y="1742612"/>
            <a:ext cx="990000" cy="4686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
              <a:buFont typeface="Libre Baskerville"/>
              <a:buNone/>
              <a:defRPr sz="1200">
                <a:latin typeface="Libre Baskerville"/>
                <a:ea typeface="Libre Baskerville"/>
                <a:cs typeface="Libre Baskerville"/>
                <a:sym typeface="Libre Baskerville"/>
              </a:defRPr>
            </a:lvl1pPr>
            <a:lvl2pPr lvl="1" algn="ctr">
              <a:spcBef>
                <a:spcPts val="0"/>
              </a:spcBef>
              <a:spcAft>
                <a:spcPts val="0"/>
              </a:spcAft>
              <a:buSzPts val="1200"/>
              <a:buFont typeface="Libre Baskerville"/>
              <a:buNone/>
              <a:defRPr sz="1200">
                <a:latin typeface="Libre Baskerville"/>
                <a:ea typeface="Libre Baskerville"/>
                <a:cs typeface="Libre Baskerville"/>
                <a:sym typeface="Libre Baskerville"/>
              </a:defRPr>
            </a:lvl2pPr>
            <a:lvl3pPr lvl="2" algn="ctr">
              <a:spcBef>
                <a:spcPts val="0"/>
              </a:spcBef>
              <a:spcAft>
                <a:spcPts val="0"/>
              </a:spcAft>
              <a:buSzPts val="1200"/>
              <a:buFont typeface="Libre Baskerville"/>
              <a:buNone/>
              <a:defRPr sz="1200">
                <a:latin typeface="Libre Baskerville"/>
                <a:ea typeface="Libre Baskerville"/>
                <a:cs typeface="Libre Baskerville"/>
                <a:sym typeface="Libre Baskerville"/>
              </a:defRPr>
            </a:lvl3pPr>
            <a:lvl4pPr lvl="3" algn="ctr">
              <a:spcBef>
                <a:spcPts val="0"/>
              </a:spcBef>
              <a:spcAft>
                <a:spcPts val="0"/>
              </a:spcAft>
              <a:buSzPts val="1200"/>
              <a:buFont typeface="Libre Baskerville"/>
              <a:buNone/>
              <a:defRPr sz="1200">
                <a:latin typeface="Libre Baskerville"/>
                <a:ea typeface="Libre Baskerville"/>
                <a:cs typeface="Libre Baskerville"/>
                <a:sym typeface="Libre Baskerville"/>
              </a:defRPr>
            </a:lvl4pPr>
            <a:lvl5pPr lvl="4" algn="ctr">
              <a:spcBef>
                <a:spcPts val="0"/>
              </a:spcBef>
              <a:spcAft>
                <a:spcPts val="0"/>
              </a:spcAft>
              <a:buSzPts val="1200"/>
              <a:buFont typeface="Libre Baskerville"/>
              <a:buNone/>
              <a:defRPr sz="1200">
                <a:latin typeface="Libre Baskerville"/>
                <a:ea typeface="Libre Baskerville"/>
                <a:cs typeface="Libre Baskerville"/>
                <a:sym typeface="Libre Baskerville"/>
              </a:defRPr>
            </a:lvl5pPr>
            <a:lvl6pPr lvl="5" algn="ctr">
              <a:spcBef>
                <a:spcPts val="0"/>
              </a:spcBef>
              <a:spcAft>
                <a:spcPts val="0"/>
              </a:spcAft>
              <a:buSzPts val="1200"/>
              <a:buFont typeface="Libre Baskerville"/>
              <a:buNone/>
              <a:defRPr sz="1200">
                <a:latin typeface="Libre Baskerville"/>
                <a:ea typeface="Libre Baskerville"/>
                <a:cs typeface="Libre Baskerville"/>
                <a:sym typeface="Libre Baskerville"/>
              </a:defRPr>
            </a:lvl6pPr>
            <a:lvl7pPr lvl="6" algn="ctr">
              <a:spcBef>
                <a:spcPts val="0"/>
              </a:spcBef>
              <a:spcAft>
                <a:spcPts val="0"/>
              </a:spcAft>
              <a:buSzPts val="1200"/>
              <a:buFont typeface="Libre Baskerville"/>
              <a:buNone/>
              <a:defRPr sz="1200">
                <a:latin typeface="Libre Baskerville"/>
                <a:ea typeface="Libre Baskerville"/>
                <a:cs typeface="Libre Baskerville"/>
                <a:sym typeface="Libre Baskerville"/>
              </a:defRPr>
            </a:lvl7pPr>
            <a:lvl8pPr lvl="7" algn="ctr">
              <a:spcBef>
                <a:spcPts val="0"/>
              </a:spcBef>
              <a:spcAft>
                <a:spcPts val="0"/>
              </a:spcAft>
              <a:buSzPts val="1200"/>
              <a:buFont typeface="Libre Baskerville"/>
              <a:buNone/>
              <a:defRPr sz="1200">
                <a:latin typeface="Libre Baskerville"/>
                <a:ea typeface="Libre Baskerville"/>
                <a:cs typeface="Libre Baskerville"/>
                <a:sym typeface="Libre Baskerville"/>
              </a:defRPr>
            </a:lvl8pPr>
            <a:lvl9pPr lvl="8" algn="ctr">
              <a:spcBef>
                <a:spcPts val="0"/>
              </a:spcBef>
              <a:spcAft>
                <a:spcPts val="0"/>
              </a:spcAft>
              <a:buSzPts val="1200"/>
              <a:buFont typeface="Libre Baskerville"/>
              <a:buNone/>
              <a:defRPr sz="1200">
                <a:latin typeface="Libre Baskerville"/>
                <a:ea typeface="Libre Baskerville"/>
                <a:cs typeface="Libre Baskerville"/>
                <a:sym typeface="Libre Baskerville"/>
              </a:defRPr>
            </a:lvl9pPr>
          </a:lstStyle>
          <a:p/>
        </p:txBody>
      </p:sp>
      <p:cxnSp>
        <p:nvCxnSpPr>
          <p:cNvPr id="267" name="Google Shape;267;p41"/>
          <p:cNvCxnSpPr/>
          <p:nvPr/>
        </p:nvCxnSpPr>
        <p:spPr>
          <a:xfrm>
            <a:off x="2762250" y="4827750"/>
            <a:ext cx="0" cy="316500"/>
          </a:xfrm>
          <a:prstGeom prst="straightConnector1">
            <a:avLst/>
          </a:prstGeom>
          <a:noFill/>
          <a:ln cap="flat" cmpd="sng" w="9525">
            <a:solidFill>
              <a:schemeClr val="lt1"/>
            </a:solidFill>
            <a:prstDash val="solid"/>
            <a:round/>
            <a:headEnd len="med" w="med" type="none"/>
            <a:tailEnd len="med" w="med" type="none"/>
          </a:ln>
        </p:spPr>
      </p:cxnSp>
      <p:sp>
        <p:nvSpPr>
          <p:cNvPr id="268" name="Google Shape;268;p41"/>
          <p:cNvSpPr txBox="1"/>
          <p:nvPr>
            <p:ph idx="7" type="subTitle"/>
          </p:nvPr>
        </p:nvSpPr>
        <p:spPr>
          <a:xfrm>
            <a:off x="251400" y="4827075"/>
            <a:ext cx="2205900" cy="3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
              <a:buNone/>
              <a:defRPr sz="800">
                <a:solidFill>
                  <a:schemeClr val="lt1"/>
                </a:solidFill>
              </a:defRPr>
            </a:lvl1pPr>
            <a:lvl2pPr lvl="1">
              <a:spcBef>
                <a:spcPts val="0"/>
              </a:spcBef>
              <a:spcAft>
                <a:spcPts val="0"/>
              </a:spcAft>
              <a:buClr>
                <a:schemeClr val="lt1"/>
              </a:buClr>
              <a:buSzPts val="1000"/>
              <a:buNone/>
              <a:defRPr>
                <a:solidFill>
                  <a:schemeClr val="lt1"/>
                </a:solidFill>
              </a:defRPr>
            </a:lvl2pPr>
            <a:lvl3pPr lvl="2">
              <a:spcBef>
                <a:spcPts val="0"/>
              </a:spcBef>
              <a:spcAft>
                <a:spcPts val="0"/>
              </a:spcAft>
              <a:buClr>
                <a:schemeClr val="lt1"/>
              </a:buClr>
              <a:buSzPts val="1000"/>
              <a:buNone/>
              <a:defRPr>
                <a:solidFill>
                  <a:schemeClr val="lt1"/>
                </a:solidFill>
              </a:defRPr>
            </a:lvl3pPr>
            <a:lvl4pPr lvl="3">
              <a:spcBef>
                <a:spcPts val="0"/>
              </a:spcBef>
              <a:spcAft>
                <a:spcPts val="0"/>
              </a:spcAft>
              <a:buClr>
                <a:schemeClr val="lt1"/>
              </a:buClr>
              <a:buSzPts val="1000"/>
              <a:buNone/>
              <a:defRPr>
                <a:solidFill>
                  <a:schemeClr val="lt1"/>
                </a:solidFill>
              </a:defRPr>
            </a:lvl4pPr>
            <a:lvl5pPr lvl="4">
              <a:spcBef>
                <a:spcPts val="0"/>
              </a:spcBef>
              <a:spcAft>
                <a:spcPts val="0"/>
              </a:spcAft>
              <a:buClr>
                <a:schemeClr val="lt1"/>
              </a:buClr>
              <a:buSzPts val="1000"/>
              <a:buNone/>
              <a:defRPr>
                <a:solidFill>
                  <a:schemeClr val="lt1"/>
                </a:solidFill>
              </a:defRPr>
            </a:lvl5pPr>
            <a:lvl6pPr lvl="5">
              <a:spcBef>
                <a:spcPts val="0"/>
              </a:spcBef>
              <a:spcAft>
                <a:spcPts val="0"/>
              </a:spcAft>
              <a:buClr>
                <a:schemeClr val="lt1"/>
              </a:buClr>
              <a:buSzPts val="1000"/>
              <a:buNone/>
              <a:defRPr>
                <a:solidFill>
                  <a:schemeClr val="lt1"/>
                </a:solidFill>
              </a:defRPr>
            </a:lvl6pPr>
            <a:lvl7pPr lvl="6">
              <a:spcBef>
                <a:spcPts val="0"/>
              </a:spcBef>
              <a:spcAft>
                <a:spcPts val="0"/>
              </a:spcAft>
              <a:buClr>
                <a:schemeClr val="lt1"/>
              </a:buClr>
              <a:buSzPts val="1000"/>
              <a:buNone/>
              <a:defRPr>
                <a:solidFill>
                  <a:schemeClr val="lt1"/>
                </a:solidFill>
              </a:defRPr>
            </a:lvl7pPr>
            <a:lvl8pPr lvl="7">
              <a:spcBef>
                <a:spcPts val="0"/>
              </a:spcBef>
              <a:spcAft>
                <a:spcPts val="0"/>
              </a:spcAft>
              <a:buClr>
                <a:schemeClr val="lt1"/>
              </a:buClr>
              <a:buSzPts val="1000"/>
              <a:buNone/>
              <a:defRPr>
                <a:solidFill>
                  <a:schemeClr val="lt1"/>
                </a:solidFill>
              </a:defRPr>
            </a:lvl8pPr>
            <a:lvl9pPr lvl="8">
              <a:spcBef>
                <a:spcPts val="0"/>
              </a:spcBef>
              <a:spcAft>
                <a:spcPts val="0"/>
              </a:spcAft>
              <a:buClr>
                <a:schemeClr val="lt1"/>
              </a:buClr>
              <a:buSzPts val="1000"/>
              <a:buNone/>
              <a:defRPr>
                <a:solidFill>
                  <a:schemeClr val="lt1"/>
                </a:solidFill>
              </a:defRPr>
            </a:lvl9pPr>
          </a:lstStyle>
          <a:p/>
        </p:txBody>
      </p:sp>
      <p:sp>
        <p:nvSpPr>
          <p:cNvPr id="269" name="Google Shape;269;p41"/>
          <p:cNvSpPr txBox="1"/>
          <p:nvPr>
            <p:ph idx="8" type="subTitle"/>
          </p:nvPr>
        </p:nvSpPr>
        <p:spPr>
          <a:xfrm>
            <a:off x="3545100" y="4829700"/>
            <a:ext cx="2053800" cy="314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800"/>
              <a:buNone/>
              <a:defRPr sz="800">
                <a:solidFill>
                  <a:schemeClr val="lt1"/>
                </a:solidFill>
              </a:defRPr>
            </a:lvl1pPr>
            <a:lvl2pPr lvl="1" algn="ctr">
              <a:spcBef>
                <a:spcPts val="0"/>
              </a:spcBef>
              <a:spcAft>
                <a:spcPts val="0"/>
              </a:spcAft>
              <a:buClr>
                <a:schemeClr val="lt1"/>
              </a:buClr>
              <a:buSzPts val="1000"/>
              <a:buNone/>
              <a:defRPr>
                <a:solidFill>
                  <a:schemeClr val="lt1"/>
                </a:solidFill>
              </a:defRPr>
            </a:lvl2pPr>
            <a:lvl3pPr lvl="2" algn="ctr">
              <a:spcBef>
                <a:spcPts val="0"/>
              </a:spcBef>
              <a:spcAft>
                <a:spcPts val="0"/>
              </a:spcAft>
              <a:buClr>
                <a:schemeClr val="lt1"/>
              </a:buClr>
              <a:buSzPts val="1000"/>
              <a:buNone/>
              <a:defRPr>
                <a:solidFill>
                  <a:schemeClr val="lt1"/>
                </a:solidFill>
              </a:defRPr>
            </a:lvl3pPr>
            <a:lvl4pPr lvl="3" algn="ctr">
              <a:spcBef>
                <a:spcPts val="0"/>
              </a:spcBef>
              <a:spcAft>
                <a:spcPts val="0"/>
              </a:spcAft>
              <a:buClr>
                <a:schemeClr val="lt1"/>
              </a:buClr>
              <a:buSzPts val="1000"/>
              <a:buNone/>
              <a:defRPr>
                <a:solidFill>
                  <a:schemeClr val="lt1"/>
                </a:solidFill>
              </a:defRPr>
            </a:lvl4pPr>
            <a:lvl5pPr lvl="4" algn="ctr">
              <a:spcBef>
                <a:spcPts val="0"/>
              </a:spcBef>
              <a:spcAft>
                <a:spcPts val="0"/>
              </a:spcAft>
              <a:buClr>
                <a:schemeClr val="lt1"/>
              </a:buClr>
              <a:buSzPts val="1000"/>
              <a:buNone/>
              <a:defRPr>
                <a:solidFill>
                  <a:schemeClr val="lt1"/>
                </a:solidFill>
              </a:defRPr>
            </a:lvl5pPr>
            <a:lvl6pPr lvl="5" algn="ctr">
              <a:spcBef>
                <a:spcPts val="0"/>
              </a:spcBef>
              <a:spcAft>
                <a:spcPts val="0"/>
              </a:spcAft>
              <a:buClr>
                <a:schemeClr val="lt1"/>
              </a:buClr>
              <a:buSzPts val="1000"/>
              <a:buNone/>
              <a:defRPr>
                <a:solidFill>
                  <a:schemeClr val="lt1"/>
                </a:solidFill>
              </a:defRPr>
            </a:lvl6pPr>
            <a:lvl7pPr lvl="6" algn="ctr">
              <a:spcBef>
                <a:spcPts val="0"/>
              </a:spcBef>
              <a:spcAft>
                <a:spcPts val="0"/>
              </a:spcAft>
              <a:buClr>
                <a:schemeClr val="lt1"/>
              </a:buClr>
              <a:buSzPts val="1000"/>
              <a:buNone/>
              <a:defRPr>
                <a:solidFill>
                  <a:schemeClr val="lt1"/>
                </a:solidFill>
              </a:defRPr>
            </a:lvl7pPr>
            <a:lvl8pPr lvl="7" algn="ctr">
              <a:spcBef>
                <a:spcPts val="0"/>
              </a:spcBef>
              <a:spcAft>
                <a:spcPts val="0"/>
              </a:spcAft>
              <a:buClr>
                <a:schemeClr val="lt1"/>
              </a:buClr>
              <a:buSzPts val="1000"/>
              <a:buNone/>
              <a:defRPr>
                <a:solidFill>
                  <a:schemeClr val="lt1"/>
                </a:solidFill>
              </a:defRPr>
            </a:lvl8pPr>
            <a:lvl9pPr lvl="8" algn="ctr">
              <a:spcBef>
                <a:spcPts val="0"/>
              </a:spcBef>
              <a:spcAft>
                <a:spcPts val="0"/>
              </a:spcAft>
              <a:buClr>
                <a:schemeClr val="lt1"/>
              </a:buClr>
              <a:buSzPts val="1000"/>
              <a:buNone/>
              <a:defRPr>
                <a:solidFill>
                  <a:schemeClr val="lt1"/>
                </a:solidFill>
              </a:defRPr>
            </a:lvl9pPr>
          </a:lstStyle>
          <a:p/>
        </p:txBody>
      </p:sp>
      <p:sp>
        <p:nvSpPr>
          <p:cNvPr id="270" name="Google Shape;270;p41"/>
          <p:cNvSpPr/>
          <p:nvPr/>
        </p:nvSpPr>
        <p:spPr>
          <a:xfrm rot="5400000">
            <a:off x="8611250" y="4735800"/>
            <a:ext cx="321000" cy="494100"/>
          </a:xfrm>
          <a:prstGeom prst="round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1" name="Google Shape;271;p41"/>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rt Stop Continue">
  <p:cSld name="ONE_COLUMN_TEXT_1_1">
    <p:bg>
      <p:bgPr>
        <a:solidFill>
          <a:schemeClr val="lt1"/>
        </a:solidFill>
      </p:bgPr>
    </p:bg>
    <p:spTree>
      <p:nvGrpSpPr>
        <p:cNvPr id="272" name="Shape 272"/>
        <p:cNvGrpSpPr/>
        <p:nvPr/>
      </p:nvGrpSpPr>
      <p:grpSpPr>
        <a:xfrm>
          <a:off x="0" y="0"/>
          <a:ext cx="0" cy="0"/>
          <a:chOff x="0" y="0"/>
          <a:chExt cx="0" cy="0"/>
        </a:xfrm>
      </p:grpSpPr>
      <p:sp>
        <p:nvSpPr>
          <p:cNvPr id="273" name="Google Shape;273;p42"/>
          <p:cNvSpPr/>
          <p:nvPr/>
        </p:nvSpPr>
        <p:spPr>
          <a:xfrm rot="5400000">
            <a:off x="4391175" y="560850"/>
            <a:ext cx="321000" cy="8851800"/>
          </a:xfrm>
          <a:prstGeom prst="round2SameRect">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274" name="Google Shape;274;p42"/>
          <p:cNvSpPr/>
          <p:nvPr/>
        </p:nvSpPr>
        <p:spPr>
          <a:xfrm>
            <a:off x="4782500" y="317550"/>
            <a:ext cx="4111200" cy="13716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42"/>
          <p:cNvSpPr/>
          <p:nvPr/>
        </p:nvSpPr>
        <p:spPr>
          <a:xfrm>
            <a:off x="4782500" y="1814413"/>
            <a:ext cx="4111200" cy="13716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42"/>
          <p:cNvSpPr/>
          <p:nvPr/>
        </p:nvSpPr>
        <p:spPr>
          <a:xfrm>
            <a:off x="4782500" y="3320750"/>
            <a:ext cx="4111200" cy="13806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7" name="Google Shape;277;p42"/>
          <p:cNvCxnSpPr/>
          <p:nvPr/>
        </p:nvCxnSpPr>
        <p:spPr>
          <a:xfrm>
            <a:off x="2762250" y="4827750"/>
            <a:ext cx="0" cy="316500"/>
          </a:xfrm>
          <a:prstGeom prst="straightConnector1">
            <a:avLst/>
          </a:prstGeom>
          <a:noFill/>
          <a:ln cap="flat" cmpd="sng" w="9525">
            <a:solidFill>
              <a:schemeClr val="dk1"/>
            </a:solidFill>
            <a:prstDash val="solid"/>
            <a:round/>
            <a:headEnd len="med" w="med" type="none"/>
            <a:tailEnd len="med" w="med" type="none"/>
          </a:ln>
        </p:spPr>
      </p:cxnSp>
      <p:sp>
        <p:nvSpPr>
          <p:cNvPr id="278" name="Google Shape;278;p42"/>
          <p:cNvSpPr txBox="1"/>
          <p:nvPr>
            <p:ph idx="1" type="subTitle"/>
          </p:nvPr>
        </p:nvSpPr>
        <p:spPr>
          <a:xfrm>
            <a:off x="251400" y="4827075"/>
            <a:ext cx="2205900" cy="314100"/>
          </a:xfrm>
          <a:prstGeom prst="rect">
            <a:avLst/>
          </a:prstGeom>
        </p:spPr>
        <p:txBody>
          <a:bodyPr anchorCtr="0" anchor="t" bIns="91425" lIns="91425" spcFirstLastPara="1" rIns="91425" wrap="square" tIns="91425">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279" name="Google Shape;279;p42"/>
          <p:cNvSpPr txBox="1"/>
          <p:nvPr>
            <p:ph idx="2" type="subTitle"/>
          </p:nvPr>
        </p:nvSpPr>
        <p:spPr>
          <a:xfrm>
            <a:off x="3545100" y="4829700"/>
            <a:ext cx="2053800" cy="314100"/>
          </a:xfrm>
          <a:prstGeom prst="rect">
            <a:avLst/>
          </a:prstGeom>
        </p:spPr>
        <p:txBody>
          <a:bodyPr anchorCtr="0" anchor="t" bIns="91425" lIns="91425" spcFirstLastPara="1" rIns="91425" wrap="square" tIns="91425">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280" name="Google Shape;280;p42"/>
          <p:cNvSpPr txBox="1"/>
          <p:nvPr>
            <p:ph idx="3" type="body"/>
          </p:nvPr>
        </p:nvSpPr>
        <p:spPr>
          <a:xfrm>
            <a:off x="5033900" y="317600"/>
            <a:ext cx="3601200" cy="1371600"/>
          </a:xfrm>
          <a:prstGeom prst="rect">
            <a:avLst/>
          </a:prstGeom>
        </p:spPr>
        <p:txBody>
          <a:bodyPr anchorCtr="0" anchor="t" bIns="91425" lIns="91425" spcFirstLastPara="1" rIns="0"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81" name="Google Shape;281;p42"/>
          <p:cNvSpPr txBox="1"/>
          <p:nvPr>
            <p:ph idx="4" type="body"/>
          </p:nvPr>
        </p:nvSpPr>
        <p:spPr>
          <a:xfrm>
            <a:off x="5033900" y="1819175"/>
            <a:ext cx="3601200" cy="1371600"/>
          </a:xfrm>
          <a:prstGeom prst="rect">
            <a:avLst/>
          </a:prstGeom>
        </p:spPr>
        <p:txBody>
          <a:bodyPr anchorCtr="0" anchor="t" bIns="91425" lIns="91425" spcFirstLastPara="1" rIns="0"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82" name="Google Shape;282;p42"/>
          <p:cNvSpPr txBox="1"/>
          <p:nvPr>
            <p:ph idx="5" type="body"/>
          </p:nvPr>
        </p:nvSpPr>
        <p:spPr>
          <a:xfrm>
            <a:off x="5033900" y="3320750"/>
            <a:ext cx="3601200" cy="1380600"/>
          </a:xfrm>
          <a:prstGeom prst="rect">
            <a:avLst/>
          </a:prstGeom>
        </p:spPr>
        <p:txBody>
          <a:bodyPr anchorCtr="0" anchor="t" bIns="91425" lIns="91425" spcFirstLastPara="1" rIns="0"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83" name="Google Shape;283;p42"/>
          <p:cNvSpPr/>
          <p:nvPr/>
        </p:nvSpPr>
        <p:spPr>
          <a:xfrm rot="5400000">
            <a:off x="8611250" y="4735800"/>
            <a:ext cx="321000" cy="494100"/>
          </a:xfrm>
          <a:prstGeom prst="round2SameRect">
            <a:avLst>
              <a:gd fmla="val 50000"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4" name="Google Shape;284;p42"/>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ONE_COLUMN_TEXT_1_1_1">
    <p:bg>
      <p:bgPr>
        <a:solidFill>
          <a:schemeClr val="lt1"/>
        </a:solidFill>
      </p:bgPr>
    </p:bg>
    <p:spTree>
      <p:nvGrpSpPr>
        <p:cNvPr id="285" name="Shape 285"/>
        <p:cNvGrpSpPr/>
        <p:nvPr/>
      </p:nvGrpSpPr>
      <p:grpSpPr>
        <a:xfrm>
          <a:off x="0" y="0"/>
          <a:ext cx="0" cy="0"/>
          <a:chOff x="0" y="0"/>
          <a:chExt cx="0" cy="0"/>
        </a:xfrm>
      </p:grpSpPr>
      <p:sp>
        <p:nvSpPr>
          <p:cNvPr id="286" name="Google Shape;286;p43"/>
          <p:cNvSpPr txBox="1"/>
          <p:nvPr>
            <p:ph type="title"/>
          </p:nvPr>
        </p:nvSpPr>
        <p:spPr>
          <a:xfrm>
            <a:off x="125700" y="134475"/>
            <a:ext cx="2517000" cy="17370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5600"/>
              <a:buFont typeface="Libre Baskerville"/>
              <a:buNone/>
              <a:defRPr sz="5600"/>
            </a:lvl2pPr>
            <a:lvl3pPr lvl="2">
              <a:spcBef>
                <a:spcPts val="0"/>
              </a:spcBef>
              <a:spcAft>
                <a:spcPts val="0"/>
              </a:spcAft>
              <a:buSzPts val="5600"/>
              <a:buFont typeface="Libre Baskerville"/>
              <a:buNone/>
              <a:defRPr sz="5600"/>
            </a:lvl3pPr>
            <a:lvl4pPr lvl="3">
              <a:spcBef>
                <a:spcPts val="0"/>
              </a:spcBef>
              <a:spcAft>
                <a:spcPts val="0"/>
              </a:spcAft>
              <a:buSzPts val="5600"/>
              <a:buFont typeface="Libre Baskerville"/>
              <a:buNone/>
              <a:defRPr sz="5600"/>
            </a:lvl4pPr>
            <a:lvl5pPr lvl="4">
              <a:spcBef>
                <a:spcPts val="0"/>
              </a:spcBef>
              <a:spcAft>
                <a:spcPts val="0"/>
              </a:spcAft>
              <a:buSzPts val="5600"/>
              <a:buFont typeface="Libre Baskerville"/>
              <a:buNone/>
              <a:defRPr sz="5600"/>
            </a:lvl5pPr>
            <a:lvl6pPr lvl="5">
              <a:spcBef>
                <a:spcPts val="0"/>
              </a:spcBef>
              <a:spcAft>
                <a:spcPts val="0"/>
              </a:spcAft>
              <a:buSzPts val="5600"/>
              <a:buFont typeface="Libre Baskerville"/>
              <a:buNone/>
              <a:defRPr sz="5600"/>
            </a:lvl6pPr>
            <a:lvl7pPr lvl="6">
              <a:spcBef>
                <a:spcPts val="0"/>
              </a:spcBef>
              <a:spcAft>
                <a:spcPts val="0"/>
              </a:spcAft>
              <a:buSzPts val="5600"/>
              <a:buFont typeface="Libre Baskerville"/>
              <a:buNone/>
              <a:defRPr sz="5600"/>
            </a:lvl7pPr>
            <a:lvl8pPr lvl="7">
              <a:spcBef>
                <a:spcPts val="0"/>
              </a:spcBef>
              <a:spcAft>
                <a:spcPts val="0"/>
              </a:spcAft>
              <a:buSzPts val="5600"/>
              <a:buFont typeface="Libre Baskerville"/>
              <a:buNone/>
              <a:defRPr sz="5600"/>
            </a:lvl8pPr>
            <a:lvl9pPr lvl="8">
              <a:spcBef>
                <a:spcPts val="0"/>
              </a:spcBef>
              <a:spcAft>
                <a:spcPts val="0"/>
              </a:spcAft>
              <a:buSzPts val="5600"/>
              <a:buFont typeface="Libre Baskerville"/>
              <a:buNone/>
              <a:defRPr sz="5600"/>
            </a:lvl9pPr>
          </a:lstStyle>
          <a:p/>
        </p:txBody>
      </p:sp>
      <p:sp>
        <p:nvSpPr>
          <p:cNvPr id="287" name="Google Shape;287;p43"/>
          <p:cNvSpPr/>
          <p:nvPr/>
        </p:nvSpPr>
        <p:spPr>
          <a:xfrm rot="5400000">
            <a:off x="4391175" y="560850"/>
            <a:ext cx="321000" cy="8851800"/>
          </a:xfrm>
          <a:prstGeom prst="round2SameRect">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cxnSp>
        <p:nvCxnSpPr>
          <p:cNvPr id="288" name="Google Shape;288;p43"/>
          <p:cNvCxnSpPr/>
          <p:nvPr/>
        </p:nvCxnSpPr>
        <p:spPr>
          <a:xfrm>
            <a:off x="2762250" y="4827750"/>
            <a:ext cx="0" cy="316500"/>
          </a:xfrm>
          <a:prstGeom prst="straightConnector1">
            <a:avLst/>
          </a:prstGeom>
          <a:noFill/>
          <a:ln cap="flat" cmpd="sng" w="9525">
            <a:solidFill>
              <a:schemeClr val="dk1"/>
            </a:solidFill>
            <a:prstDash val="solid"/>
            <a:round/>
            <a:headEnd len="med" w="med" type="none"/>
            <a:tailEnd len="med" w="med" type="none"/>
          </a:ln>
        </p:spPr>
      </p:cxnSp>
      <p:sp>
        <p:nvSpPr>
          <p:cNvPr id="289" name="Google Shape;289;p43"/>
          <p:cNvSpPr txBox="1"/>
          <p:nvPr>
            <p:ph idx="1" type="subTitle"/>
          </p:nvPr>
        </p:nvSpPr>
        <p:spPr>
          <a:xfrm>
            <a:off x="251400" y="4827075"/>
            <a:ext cx="2205900" cy="314100"/>
          </a:xfrm>
          <a:prstGeom prst="rect">
            <a:avLst/>
          </a:prstGeom>
        </p:spPr>
        <p:txBody>
          <a:bodyPr anchorCtr="0" anchor="t" bIns="91425" lIns="91425" spcFirstLastPara="1" rIns="91425" wrap="square" tIns="91425">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290" name="Google Shape;290;p43"/>
          <p:cNvSpPr txBox="1"/>
          <p:nvPr>
            <p:ph idx="2" type="subTitle"/>
          </p:nvPr>
        </p:nvSpPr>
        <p:spPr>
          <a:xfrm>
            <a:off x="3545100" y="4829700"/>
            <a:ext cx="2053800" cy="314100"/>
          </a:xfrm>
          <a:prstGeom prst="rect">
            <a:avLst/>
          </a:prstGeom>
        </p:spPr>
        <p:txBody>
          <a:bodyPr anchorCtr="0" anchor="t" bIns="91425" lIns="91425" spcFirstLastPara="1" rIns="91425" wrap="square" tIns="91425">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291" name="Google Shape;291;p43"/>
          <p:cNvSpPr/>
          <p:nvPr/>
        </p:nvSpPr>
        <p:spPr>
          <a:xfrm>
            <a:off x="3314045" y="288600"/>
            <a:ext cx="2391300" cy="13716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43"/>
          <p:cNvSpPr/>
          <p:nvPr/>
        </p:nvSpPr>
        <p:spPr>
          <a:xfrm>
            <a:off x="3314045" y="1808910"/>
            <a:ext cx="2391300" cy="13716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43"/>
          <p:cNvSpPr/>
          <p:nvPr/>
        </p:nvSpPr>
        <p:spPr>
          <a:xfrm>
            <a:off x="3314000" y="3329144"/>
            <a:ext cx="2391300" cy="13716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43"/>
          <p:cNvSpPr/>
          <p:nvPr/>
        </p:nvSpPr>
        <p:spPr>
          <a:xfrm>
            <a:off x="6502495" y="288450"/>
            <a:ext cx="2391300" cy="13716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43"/>
          <p:cNvSpPr/>
          <p:nvPr/>
        </p:nvSpPr>
        <p:spPr>
          <a:xfrm>
            <a:off x="6502495" y="1808760"/>
            <a:ext cx="2391300" cy="13716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43"/>
          <p:cNvSpPr/>
          <p:nvPr/>
        </p:nvSpPr>
        <p:spPr>
          <a:xfrm>
            <a:off x="6502450" y="3328994"/>
            <a:ext cx="2391300" cy="13716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43"/>
          <p:cNvSpPr txBox="1"/>
          <p:nvPr/>
        </p:nvSpPr>
        <p:spPr>
          <a:xfrm>
            <a:off x="2642663" y="288600"/>
            <a:ext cx="671400" cy="1371600"/>
          </a:xfrm>
          <a:prstGeom prst="rect">
            <a:avLst/>
          </a:prstGeom>
          <a:noFill/>
          <a:ln>
            <a:noFill/>
          </a:ln>
        </p:spPr>
        <p:txBody>
          <a:bodyPr anchorCtr="0" anchor="t" bIns="91425" lIns="91425" spcFirstLastPara="1" rIns="182875" wrap="square" tIns="91425">
            <a:noAutofit/>
          </a:bodyPr>
          <a:lstStyle/>
          <a:p>
            <a:pPr indent="0" lvl="0" marL="0" rtl="0" algn="r">
              <a:spcBef>
                <a:spcPts val="0"/>
              </a:spcBef>
              <a:spcAft>
                <a:spcPts val="0"/>
              </a:spcAft>
              <a:buNone/>
            </a:pPr>
            <a:r>
              <a:rPr lang="en" sz="3600">
                <a:solidFill>
                  <a:schemeClr val="dk1"/>
                </a:solidFill>
                <a:latin typeface="Libre Baskerville"/>
                <a:ea typeface="Libre Baskerville"/>
                <a:cs typeface="Libre Baskerville"/>
                <a:sym typeface="Libre Baskerville"/>
              </a:rPr>
              <a:t>1</a:t>
            </a:r>
            <a:endParaRPr sz="3600">
              <a:solidFill>
                <a:schemeClr val="dk1"/>
              </a:solidFill>
              <a:latin typeface="Libre Baskerville"/>
              <a:ea typeface="Libre Baskerville"/>
              <a:cs typeface="Libre Baskerville"/>
              <a:sym typeface="Libre Baskerville"/>
            </a:endParaRPr>
          </a:p>
        </p:txBody>
      </p:sp>
      <p:sp>
        <p:nvSpPr>
          <p:cNvPr id="298" name="Google Shape;298;p43"/>
          <p:cNvSpPr txBox="1"/>
          <p:nvPr/>
        </p:nvSpPr>
        <p:spPr>
          <a:xfrm>
            <a:off x="2642663" y="1808910"/>
            <a:ext cx="671400" cy="1371600"/>
          </a:xfrm>
          <a:prstGeom prst="rect">
            <a:avLst/>
          </a:prstGeom>
          <a:noFill/>
          <a:ln>
            <a:noFill/>
          </a:ln>
        </p:spPr>
        <p:txBody>
          <a:bodyPr anchorCtr="0" anchor="t" bIns="91425" lIns="91425" spcFirstLastPara="1" rIns="182875" wrap="square" tIns="91425">
            <a:noAutofit/>
          </a:bodyPr>
          <a:lstStyle/>
          <a:p>
            <a:pPr indent="0" lvl="0" marL="0" rtl="0" algn="r">
              <a:spcBef>
                <a:spcPts val="0"/>
              </a:spcBef>
              <a:spcAft>
                <a:spcPts val="0"/>
              </a:spcAft>
              <a:buNone/>
            </a:pPr>
            <a:r>
              <a:rPr lang="en" sz="3600">
                <a:solidFill>
                  <a:schemeClr val="dk1"/>
                </a:solidFill>
                <a:latin typeface="Libre Baskerville"/>
                <a:ea typeface="Libre Baskerville"/>
                <a:cs typeface="Libre Baskerville"/>
                <a:sym typeface="Libre Baskerville"/>
              </a:rPr>
              <a:t>2</a:t>
            </a:r>
            <a:endParaRPr sz="3600">
              <a:solidFill>
                <a:schemeClr val="dk1"/>
              </a:solidFill>
              <a:latin typeface="Libre Baskerville"/>
              <a:ea typeface="Libre Baskerville"/>
              <a:cs typeface="Libre Baskerville"/>
              <a:sym typeface="Libre Baskerville"/>
            </a:endParaRPr>
          </a:p>
        </p:txBody>
      </p:sp>
      <p:sp>
        <p:nvSpPr>
          <p:cNvPr id="299" name="Google Shape;299;p43"/>
          <p:cNvSpPr txBox="1"/>
          <p:nvPr/>
        </p:nvSpPr>
        <p:spPr>
          <a:xfrm>
            <a:off x="2642600" y="3329144"/>
            <a:ext cx="671400" cy="1371600"/>
          </a:xfrm>
          <a:prstGeom prst="rect">
            <a:avLst/>
          </a:prstGeom>
          <a:noFill/>
          <a:ln>
            <a:noFill/>
          </a:ln>
        </p:spPr>
        <p:txBody>
          <a:bodyPr anchorCtr="0" anchor="t" bIns="91425" lIns="91425" spcFirstLastPara="1" rIns="182875" wrap="square" tIns="91425">
            <a:noAutofit/>
          </a:bodyPr>
          <a:lstStyle/>
          <a:p>
            <a:pPr indent="0" lvl="0" marL="0" rtl="0" algn="r">
              <a:spcBef>
                <a:spcPts val="0"/>
              </a:spcBef>
              <a:spcAft>
                <a:spcPts val="0"/>
              </a:spcAft>
              <a:buNone/>
            </a:pPr>
            <a:r>
              <a:rPr lang="en" sz="3600">
                <a:solidFill>
                  <a:schemeClr val="dk1"/>
                </a:solidFill>
                <a:latin typeface="Libre Baskerville"/>
                <a:ea typeface="Libre Baskerville"/>
                <a:cs typeface="Libre Baskerville"/>
                <a:sym typeface="Libre Baskerville"/>
              </a:rPr>
              <a:t>3</a:t>
            </a:r>
            <a:endParaRPr sz="3600">
              <a:solidFill>
                <a:schemeClr val="dk1"/>
              </a:solidFill>
              <a:latin typeface="Libre Baskerville"/>
              <a:ea typeface="Libre Baskerville"/>
              <a:cs typeface="Libre Baskerville"/>
              <a:sym typeface="Libre Baskerville"/>
            </a:endParaRPr>
          </a:p>
        </p:txBody>
      </p:sp>
      <p:sp>
        <p:nvSpPr>
          <p:cNvPr id="300" name="Google Shape;300;p43"/>
          <p:cNvSpPr txBox="1"/>
          <p:nvPr/>
        </p:nvSpPr>
        <p:spPr>
          <a:xfrm>
            <a:off x="5831163" y="288450"/>
            <a:ext cx="671400" cy="1371600"/>
          </a:xfrm>
          <a:prstGeom prst="rect">
            <a:avLst/>
          </a:prstGeom>
          <a:noFill/>
          <a:ln>
            <a:noFill/>
          </a:ln>
        </p:spPr>
        <p:txBody>
          <a:bodyPr anchorCtr="0" anchor="t" bIns="91425" lIns="91425" spcFirstLastPara="1" rIns="182875" wrap="square" tIns="91425">
            <a:noAutofit/>
          </a:bodyPr>
          <a:lstStyle/>
          <a:p>
            <a:pPr indent="0" lvl="0" marL="0" rtl="0" algn="r">
              <a:spcBef>
                <a:spcPts val="0"/>
              </a:spcBef>
              <a:spcAft>
                <a:spcPts val="0"/>
              </a:spcAft>
              <a:buNone/>
            </a:pPr>
            <a:r>
              <a:rPr lang="en" sz="3600">
                <a:solidFill>
                  <a:schemeClr val="dk1"/>
                </a:solidFill>
                <a:latin typeface="Libre Baskerville"/>
                <a:ea typeface="Libre Baskerville"/>
                <a:cs typeface="Libre Baskerville"/>
                <a:sym typeface="Libre Baskerville"/>
              </a:rPr>
              <a:t>4</a:t>
            </a:r>
            <a:endParaRPr sz="3600">
              <a:solidFill>
                <a:schemeClr val="dk1"/>
              </a:solidFill>
              <a:latin typeface="Libre Baskerville"/>
              <a:ea typeface="Libre Baskerville"/>
              <a:cs typeface="Libre Baskerville"/>
              <a:sym typeface="Libre Baskerville"/>
            </a:endParaRPr>
          </a:p>
        </p:txBody>
      </p:sp>
      <p:sp>
        <p:nvSpPr>
          <p:cNvPr id="301" name="Google Shape;301;p43"/>
          <p:cNvSpPr txBox="1"/>
          <p:nvPr/>
        </p:nvSpPr>
        <p:spPr>
          <a:xfrm>
            <a:off x="5831163" y="1808760"/>
            <a:ext cx="671400" cy="1371600"/>
          </a:xfrm>
          <a:prstGeom prst="rect">
            <a:avLst/>
          </a:prstGeom>
          <a:noFill/>
          <a:ln>
            <a:noFill/>
          </a:ln>
        </p:spPr>
        <p:txBody>
          <a:bodyPr anchorCtr="0" anchor="t" bIns="91425" lIns="91425" spcFirstLastPara="1" rIns="182875" wrap="square" tIns="91425">
            <a:noAutofit/>
          </a:bodyPr>
          <a:lstStyle/>
          <a:p>
            <a:pPr indent="0" lvl="0" marL="0" rtl="0" algn="r">
              <a:spcBef>
                <a:spcPts val="0"/>
              </a:spcBef>
              <a:spcAft>
                <a:spcPts val="0"/>
              </a:spcAft>
              <a:buNone/>
            </a:pPr>
            <a:r>
              <a:rPr lang="en" sz="3600">
                <a:solidFill>
                  <a:schemeClr val="dk1"/>
                </a:solidFill>
                <a:latin typeface="Libre Baskerville"/>
                <a:ea typeface="Libre Baskerville"/>
                <a:cs typeface="Libre Baskerville"/>
                <a:sym typeface="Libre Baskerville"/>
              </a:rPr>
              <a:t>5</a:t>
            </a:r>
            <a:endParaRPr sz="3600">
              <a:solidFill>
                <a:schemeClr val="dk1"/>
              </a:solidFill>
              <a:latin typeface="Libre Baskerville"/>
              <a:ea typeface="Libre Baskerville"/>
              <a:cs typeface="Libre Baskerville"/>
              <a:sym typeface="Libre Baskerville"/>
            </a:endParaRPr>
          </a:p>
        </p:txBody>
      </p:sp>
      <p:sp>
        <p:nvSpPr>
          <p:cNvPr id="302" name="Google Shape;302;p43"/>
          <p:cNvSpPr txBox="1"/>
          <p:nvPr/>
        </p:nvSpPr>
        <p:spPr>
          <a:xfrm>
            <a:off x="5831100" y="3328994"/>
            <a:ext cx="671400" cy="1371600"/>
          </a:xfrm>
          <a:prstGeom prst="rect">
            <a:avLst/>
          </a:prstGeom>
          <a:noFill/>
          <a:ln>
            <a:noFill/>
          </a:ln>
        </p:spPr>
        <p:txBody>
          <a:bodyPr anchorCtr="0" anchor="t" bIns="91425" lIns="91425" spcFirstLastPara="1" rIns="182875" wrap="square" tIns="91425">
            <a:noAutofit/>
          </a:bodyPr>
          <a:lstStyle/>
          <a:p>
            <a:pPr indent="0" lvl="0" marL="0" rtl="0" algn="r">
              <a:spcBef>
                <a:spcPts val="0"/>
              </a:spcBef>
              <a:spcAft>
                <a:spcPts val="0"/>
              </a:spcAft>
              <a:buNone/>
            </a:pPr>
            <a:r>
              <a:rPr lang="en" sz="3600">
                <a:solidFill>
                  <a:schemeClr val="dk1"/>
                </a:solidFill>
                <a:latin typeface="Libre Baskerville"/>
                <a:ea typeface="Libre Baskerville"/>
                <a:cs typeface="Libre Baskerville"/>
                <a:sym typeface="Libre Baskerville"/>
              </a:rPr>
              <a:t>6	</a:t>
            </a:r>
            <a:endParaRPr sz="3600">
              <a:solidFill>
                <a:schemeClr val="dk1"/>
              </a:solidFill>
              <a:latin typeface="Libre Baskerville"/>
              <a:ea typeface="Libre Baskerville"/>
              <a:cs typeface="Libre Baskerville"/>
              <a:sym typeface="Libre Baskerville"/>
            </a:endParaRPr>
          </a:p>
        </p:txBody>
      </p:sp>
      <p:sp>
        <p:nvSpPr>
          <p:cNvPr id="303" name="Google Shape;303;p43"/>
          <p:cNvSpPr txBox="1"/>
          <p:nvPr>
            <p:ph idx="3" type="body"/>
          </p:nvPr>
        </p:nvSpPr>
        <p:spPr>
          <a:xfrm>
            <a:off x="3314000" y="288600"/>
            <a:ext cx="2391300" cy="1371600"/>
          </a:xfrm>
          <a:prstGeom prst="rect">
            <a:avLst/>
          </a:prstGeom>
        </p:spPr>
        <p:txBody>
          <a:bodyPr anchorCtr="0" anchor="ctr"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304" name="Google Shape;304;p43"/>
          <p:cNvSpPr txBox="1"/>
          <p:nvPr>
            <p:ph idx="4" type="body"/>
          </p:nvPr>
        </p:nvSpPr>
        <p:spPr>
          <a:xfrm>
            <a:off x="3314050" y="1808985"/>
            <a:ext cx="2391300" cy="1371600"/>
          </a:xfrm>
          <a:prstGeom prst="rect">
            <a:avLst/>
          </a:prstGeom>
        </p:spPr>
        <p:txBody>
          <a:bodyPr anchorCtr="0" anchor="ctr"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305" name="Google Shape;305;p43"/>
          <p:cNvSpPr txBox="1"/>
          <p:nvPr>
            <p:ph idx="5" type="body"/>
          </p:nvPr>
        </p:nvSpPr>
        <p:spPr>
          <a:xfrm>
            <a:off x="6502500" y="288300"/>
            <a:ext cx="2391300" cy="1371600"/>
          </a:xfrm>
          <a:prstGeom prst="rect">
            <a:avLst/>
          </a:prstGeom>
        </p:spPr>
        <p:txBody>
          <a:bodyPr anchorCtr="0" anchor="ctr"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306" name="Google Shape;306;p43"/>
          <p:cNvSpPr txBox="1"/>
          <p:nvPr>
            <p:ph idx="6" type="body"/>
          </p:nvPr>
        </p:nvSpPr>
        <p:spPr>
          <a:xfrm>
            <a:off x="6502450" y="1808835"/>
            <a:ext cx="2391300" cy="1371600"/>
          </a:xfrm>
          <a:prstGeom prst="rect">
            <a:avLst/>
          </a:prstGeom>
        </p:spPr>
        <p:txBody>
          <a:bodyPr anchorCtr="0" anchor="ctr"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307" name="Google Shape;307;p43"/>
          <p:cNvSpPr txBox="1"/>
          <p:nvPr>
            <p:ph idx="7" type="body"/>
          </p:nvPr>
        </p:nvSpPr>
        <p:spPr>
          <a:xfrm>
            <a:off x="3314000" y="3329144"/>
            <a:ext cx="2391300" cy="1371600"/>
          </a:xfrm>
          <a:prstGeom prst="rect">
            <a:avLst/>
          </a:prstGeom>
        </p:spPr>
        <p:txBody>
          <a:bodyPr anchorCtr="0" anchor="ctr"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308" name="Google Shape;308;p43"/>
          <p:cNvSpPr txBox="1"/>
          <p:nvPr>
            <p:ph idx="8" type="body"/>
          </p:nvPr>
        </p:nvSpPr>
        <p:spPr>
          <a:xfrm>
            <a:off x="6502450" y="3328994"/>
            <a:ext cx="2391300" cy="1371600"/>
          </a:xfrm>
          <a:prstGeom prst="rect">
            <a:avLst/>
          </a:prstGeom>
        </p:spPr>
        <p:txBody>
          <a:bodyPr anchorCtr="0" anchor="ctr"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309" name="Google Shape;309;p43"/>
          <p:cNvSpPr/>
          <p:nvPr/>
        </p:nvSpPr>
        <p:spPr>
          <a:xfrm rot="5400000">
            <a:off x="8611250" y="4735800"/>
            <a:ext cx="321000" cy="494100"/>
          </a:xfrm>
          <a:prstGeom prst="round2SameRect">
            <a:avLst>
              <a:gd fmla="val 50000"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0" name="Google Shape;310;p43"/>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Summary">
  <p:cSld name="CUSTOM_7">
    <p:spTree>
      <p:nvGrpSpPr>
        <p:cNvPr id="311" name="Shape 311"/>
        <p:cNvGrpSpPr/>
        <p:nvPr/>
      </p:nvGrpSpPr>
      <p:grpSpPr>
        <a:xfrm>
          <a:off x="0" y="0"/>
          <a:ext cx="0" cy="0"/>
          <a:chOff x="0" y="0"/>
          <a:chExt cx="0" cy="0"/>
        </a:xfrm>
      </p:grpSpPr>
      <p:sp>
        <p:nvSpPr>
          <p:cNvPr id="312" name="Google Shape;312;p44"/>
          <p:cNvSpPr/>
          <p:nvPr>
            <p:ph idx="2" type="pic"/>
          </p:nvPr>
        </p:nvSpPr>
        <p:spPr>
          <a:xfrm>
            <a:off x="3822106" y="0"/>
            <a:ext cx="5322000" cy="5143500"/>
          </a:xfrm>
          <a:prstGeom prst="rect">
            <a:avLst/>
          </a:prstGeom>
          <a:noFill/>
          <a:ln>
            <a:noFill/>
          </a:ln>
        </p:spPr>
      </p:sp>
      <p:sp>
        <p:nvSpPr>
          <p:cNvPr id="313" name="Google Shape;313;p44"/>
          <p:cNvSpPr txBox="1"/>
          <p:nvPr>
            <p:ph type="title"/>
          </p:nvPr>
        </p:nvSpPr>
        <p:spPr>
          <a:xfrm>
            <a:off x="125700" y="134475"/>
            <a:ext cx="4111200" cy="17370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5600"/>
              <a:buFont typeface="Libre Baskerville"/>
              <a:buNone/>
              <a:defRPr sz="5600"/>
            </a:lvl2pPr>
            <a:lvl3pPr lvl="2">
              <a:spcBef>
                <a:spcPts val="0"/>
              </a:spcBef>
              <a:spcAft>
                <a:spcPts val="0"/>
              </a:spcAft>
              <a:buSzPts val="5600"/>
              <a:buFont typeface="Libre Baskerville"/>
              <a:buNone/>
              <a:defRPr sz="5600"/>
            </a:lvl3pPr>
            <a:lvl4pPr lvl="3">
              <a:spcBef>
                <a:spcPts val="0"/>
              </a:spcBef>
              <a:spcAft>
                <a:spcPts val="0"/>
              </a:spcAft>
              <a:buSzPts val="5600"/>
              <a:buFont typeface="Libre Baskerville"/>
              <a:buNone/>
              <a:defRPr sz="5600"/>
            </a:lvl4pPr>
            <a:lvl5pPr lvl="4">
              <a:spcBef>
                <a:spcPts val="0"/>
              </a:spcBef>
              <a:spcAft>
                <a:spcPts val="0"/>
              </a:spcAft>
              <a:buSzPts val="5600"/>
              <a:buFont typeface="Libre Baskerville"/>
              <a:buNone/>
              <a:defRPr sz="5600"/>
            </a:lvl5pPr>
            <a:lvl6pPr lvl="5">
              <a:spcBef>
                <a:spcPts val="0"/>
              </a:spcBef>
              <a:spcAft>
                <a:spcPts val="0"/>
              </a:spcAft>
              <a:buSzPts val="5600"/>
              <a:buFont typeface="Libre Baskerville"/>
              <a:buNone/>
              <a:defRPr sz="5600"/>
            </a:lvl6pPr>
            <a:lvl7pPr lvl="6">
              <a:spcBef>
                <a:spcPts val="0"/>
              </a:spcBef>
              <a:spcAft>
                <a:spcPts val="0"/>
              </a:spcAft>
              <a:buSzPts val="5600"/>
              <a:buFont typeface="Libre Baskerville"/>
              <a:buNone/>
              <a:defRPr sz="5600"/>
            </a:lvl7pPr>
            <a:lvl8pPr lvl="7">
              <a:spcBef>
                <a:spcPts val="0"/>
              </a:spcBef>
              <a:spcAft>
                <a:spcPts val="0"/>
              </a:spcAft>
              <a:buSzPts val="5600"/>
              <a:buFont typeface="Libre Baskerville"/>
              <a:buNone/>
              <a:defRPr sz="5600"/>
            </a:lvl8pPr>
            <a:lvl9pPr lvl="8">
              <a:spcBef>
                <a:spcPts val="0"/>
              </a:spcBef>
              <a:spcAft>
                <a:spcPts val="0"/>
              </a:spcAft>
              <a:buSzPts val="5600"/>
              <a:buFont typeface="Libre Baskerville"/>
              <a:buNone/>
              <a:defRPr sz="5600"/>
            </a:lvl9pPr>
          </a:lstStyle>
          <a:p/>
        </p:txBody>
      </p:sp>
      <p:sp>
        <p:nvSpPr>
          <p:cNvPr id="314" name="Google Shape;314;p44"/>
          <p:cNvSpPr txBox="1"/>
          <p:nvPr>
            <p:ph idx="1" type="body"/>
          </p:nvPr>
        </p:nvSpPr>
        <p:spPr>
          <a:xfrm>
            <a:off x="251400" y="2985775"/>
            <a:ext cx="3570900" cy="1541400"/>
          </a:xfrm>
          <a:prstGeom prst="rect">
            <a:avLst/>
          </a:prstGeom>
        </p:spPr>
        <p:txBody>
          <a:bodyPr anchorCtr="0" anchor="b"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ne Graph">
  <p:cSld name="CUSTOM_5">
    <p:spTree>
      <p:nvGrpSpPr>
        <p:cNvPr id="315" name="Shape 315"/>
        <p:cNvGrpSpPr/>
        <p:nvPr/>
      </p:nvGrpSpPr>
      <p:grpSpPr>
        <a:xfrm>
          <a:off x="0" y="0"/>
          <a:ext cx="0" cy="0"/>
          <a:chOff x="0" y="0"/>
          <a:chExt cx="0" cy="0"/>
        </a:xfrm>
      </p:grpSpPr>
      <p:sp>
        <p:nvSpPr>
          <p:cNvPr id="316" name="Google Shape;316;p45"/>
          <p:cNvSpPr/>
          <p:nvPr/>
        </p:nvSpPr>
        <p:spPr>
          <a:xfrm rot="5400000">
            <a:off x="4391175" y="560850"/>
            <a:ext cx="321000" cy="8851800"/>
          </a:xfrm>
          <a:prstGeom prst="round2SameRect">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317" name="Google Shape;317;p45"/>
          <p:cNvSpPr txBox="1"/>
          <p:nvPr>
            <p:ph idx="1" type="subTitle"/>
          </p:nvPr>
        </p:nvSpPr>
        <p:spPr>
          <a:xfrm>
            <a:off x="125700" y="125592"/>
            <a:ext cx="2140500" cy="4050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318" name="Google Shape;318;p45"/>
          <p:cNvSpPr txBox="1"/>
          <p:nvPr>
            <p:ph idx="2" type="body"/>
          </p:nvPr>
        </p:nvSpPr>
        <p:spPr>
          <a:xfrm>
            <a:off x="125600" y="530600"/>
            <a:ext cx="4782600" cy="1082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19" name="Google Shape;319;p45"/>
          <p:cNvSpPr txBox="1"/>
          <p:nvPr>
            <p:ph type="title"/>
          </p:nvPr>
        </p:nvSpPr>
        <p:spPr>
          <a:xfrm>
            <a:off x="6355500" y="125600"/>
            <a:ext cx="2662800" cy="1389600"/>
          </a:xfrm>
          <a:prstGeom prst="rect">
            <a:avLst/>
          </a:prstGeom>
        </p:spPr>
        <p:txBody>
          <a:bodyPr anchorCtr="0" anchor="t" bIns="91425" lIns="91425" spcFirstLastPara="1" rIns="91425" wrap="square" tIns="91425">
            <a:noAutofit/>
          </a:bodyPr>
          <a:lstStyle>
            <a:lvl1pPr lvl="0" algn="r">
              <a:spcBef>
                <a:spcPts val="0"/>
              </a:spcBef>
              <a:spcAft>
                <a:spcPts val="0"/>
              </a:spcAft>
              <a:buSzPts val="7200"/>
              <a:buNone/>
              <a:defRPr b="1" sz="7200"/>
            </a:lvl1pPr>
            <a:lvl2pPr lvl="1" algn="r">
              <a:spcBef>
                <a:spcPts val="0"/>
              </a:spcBef>
              <a:spcAft>
                <a:spcPts val="0"/>
              </a:spcAft>
              <a:buSzPts val="7200"/>
              <a:buFont typeface="Libre Baskerville"/>
              <a:buNone/>
              <a:defRPr b="1" sz="7200"/>
            </a:lvl2pPr>
            <a:lvl3pPr lvl="2" algn="r">
              <a:spcBef>
                <a:spcPts val="0"/>
              </a:spcBef>
              <a:spcAft>
                <a:spcPts val="0"/>
              </a:spcAft>
              <a:buSzPts val="7200"/>
              <a:buFont typeface="Libre Baskerville"/>
              <a:buNone/>
              <a:defRPr b="1" sz="7200"/>
            </a:lvl3pPr>
            <a:lvl4pPr lvl="3" algn="r">
              <a:spcBef>
                <a:spcPts val="0"/>
              </a:spcBef>
              <a:spcAft>
                <a:spcPts val="0"/>
              </a:spcAft>
              <a:buSzPts val="7200"/>
              <a:buFont typeface="Libre Baskerville"/>
              <a:buNone/>
              <a:defRPr b="1" sz="7200"/>
            </a:lvl4pPr>
            <a:lvl5pPr lvl="4" algn="r">
              <a:spcBef>
                <a:spcPts val="0"/>
              </a:spcBef>
              <a:spcAft>
                <a:spcPts val="0"/>
              </a:spcAft>
              <a:buSzPts val="7200"/>
              <a:buFont typeface="Libre Baskerville"/>
              <a:buNone/>
              <a:defRPr b="1" sz="7200"/>
            </a:lvl5pPr>
            <a:lvl6pPr lvl="5" algn="r">
              <a:spcBef>
                <a:spcPts val="0"/>
              </a:spcBef>
              <a:spcAft>
                <a:spcPts val="0"/>
              </a:spcAft>
              <a:buSzPts val="7200"/>
              <a:buFont typeface="Libre Baskerville"/>
              <a:buNone/>
              <a:defRPr b="1" sz="7200"/>
            </a:lvl6pPr>
            <a:lvl7pPr lvl="6" algn="r">
              <a:spcBef>
                <a:spcPts val="0"/>
              </a:spcBef>
              <a:spcAft>
                <a:spcPts val="0"/>
              </a:spcAft>
              <a:buSzPts val="7200"/>
              <a:buFont typeface="Libre Baskerville"/>
              <a:buNone/>
              <a:defRPr b="1" sz="7200"/>
            </a:lvl7pPr>
            <a:lvl8pPr lvl="7" algn="r">
              <a:spcBef>
                <a:spcPts val="0"/>
              </a:spcBef>
              <a:spcAft>
                <a:spcPts val="0"/>
              </a:spcAft>
              <a:buSzPts val="7200"/>
              <a:buFont typeface="Libre Baskerville"/>
              <a:buNone/>
              <a:defRPr b="1" sz="7200"/>
            </a:lvl8pPr>
            <a:lvl9pPr lvl="8" algn="r">
              <a:spcBef>
                <a:spcPts val="0"/>
              </a:spcBef>
              <a:spcAft>
                <a:spcPts val="0"/>
              </a:spcAft>
              <a:buSzPts val="7200"/>
              <a:buFont typeface="Libre Baskerville"/>
              <a:buNone/>
              <a:defRPr b="1" sz="7200"/>
            </a:lvl9pPr>
          </a:lstStyle>
          <a:p/>
        </p:txBody>
      </p:sp>
      <p:cxnSp>
        <p:nvCxnSpPr>
          <p:cNvPr id="320" name="Google Shape;320;p45"/>
          <p:cNvCxnSpPr/>
          <p:nvPr/>
        </p:nvCxnSpPr>
        <p:spPr>
          <a:xfrm>
            <a:off x="2762250" y="4827350"/>
            <a:ext cx="0" cy="316800"/>
          </a:xfrm>
          <a:prstGeom prst="straightConnector1">
            <a:avLst/>
          </a:prstGeom>
          <a:noFill/>
          <a:ln cap="flat" cmpd="sng" w="9525">
            <a:solidFill>
              <a:schemeClr val="dk1"/>
            </a:solidFill>
            <a:prstDash val="solid"/>
            <a:round/>
            <a:headEnd len="med" w="med" type="none"/>
            <a:tailEnd len="med" w="med" type="none"/>
          </a:ln>
        </p:spPr>
      </p:cxnSp>
      <p:sp>
        <p:nvSpPr>
          <p:cNvPr id="321" name="Google Shape;321;p45"/>
          <p:cNvSpPr txBox="1"/>
          <p:nvPr>
            <p:ph idx="3" type="subTitle"/>
          </p:nvPr>
        </p:nvSpPr>
        <p:spPr>
          <a:xfrm>
            <a:off x="251400" y="4827075"/>
            <a:ext cx="2205900" cy="314100"/>
          </a:xfrm>
          <a:prstGeom prst="rect">
            <a:avLst/>
          </a:prstGeom>
        </p:spPr>
        <p:txBody>
          <a:bodyPr anchorCtr="0" anchor="t" bIns="91425" lIns="91425" spcFirstLastPara="1" rIns="91425" wrap="square" tIns="91425">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322" name="Google Shape;322;p45"/>
          <p:cNvSpPr txBox="1"/>
          <p:nvPr>
            <p:ph idx="4" type="subTitle"/>
          </p:nvPr>
        </p:nvSpPr>
        <p:spPr>
          <a:xfrm>
            <a:off x="3545100" y="4829700"/>
            <a:ext cx="2053800" cy="314100"/>
          </a:xfrm>
          <a:prstGeom prst="rect">
            <a:avLst/>
          </a:prstGeom>
        </p:spPr>
        <p:txBody>
          <a:bodyPr anchorCtr="0" anchor="t" bIns="91425" lIns="91425" spcFirstLastPara="1" rIns="91425" wrap="square" tIns="91425">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323" name="Google Shape;323;p45"/>
          <p:cNvSpPr/>
          <p:nvPr/>
        </p:nvSpPr>
        <p:spPr>
          <a:xfrm rot="5400000">
            <a:off x="8611250" y="4735800"/>
            <a:ext cx="321000" cy="494100"/>
          </a:xfrm>
          <a:prstGeom prst="round2SameRect">
            <a:avLst>
              <a:gd fmla="val 50000"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24" name="Google Shape;324;p45"/>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APTION_ONLY">
    <p:bg>
      <p:bgPr>
        <a:solidFill>
          <a:schemeClr val="dk1"/>
        </a:solidFill>
      </p:bgPr>
    </p:bg>
    <p:spTree>
      <p:nvGrpSpPr>
        <p:cNvPr id="325" name="Shape 325"/>
        <p:cNvGrpSpPr/>
        <p:nvPr/>
      </p:nvGrpSpPr>
      <p:grpSpPr>
        <a:xfrm>
          <a:off x="0" y="0"/>
          <a:ext cx="0" cy="0"/>
          <a:chOff x="0" y="0"/>
          <a:chExt cx="0" cy="0"/>
        </a:xfrm>
      </p:grpSpPr>
      <p:sp>
        <p:nvSpPr>
          <p:cNvPr id="326" name="Google Shape;326;p46"/>
          <p:cNvSpPr/>
          <p:nvPr/>
        </p:nvSpPr>
        <p:spPr>
          <a:xfrm>
            <a:off x="845375" y="0"/>
            <a:ext cx="5352900" cy="4829700"/>
          </a:xfrm>
          <a:prstGeom prst="roundRect">
            <a:avLst>
              <a:gd fmla="val 11511"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03030"/>
              </a:solidFill>
            </a:endParaRPr>
          </a:p>
        </p:txBody>
      </p:sp>
      <p:sp>
        <p:nvSpPr>
          <p:cNvPr id="327" name="Google Shape;327;p46"/>
          <p:cNvSpPr/>
          <p:nvPr/>
        </p:nvSpPr>
        <p:spPr>
          <a:xfrm>
            <a:off x="0" y="0"/>
            <a:ext cx="2762400" cy="51435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303030"/>
              </a:solidFill>
            </a:endParaRPr>
          </a:p>
        </p:txBody>
      </p:sp>
      <p:sp>
        <p:nvSpPr>
          <p:cNvPr id="328" name="Google Shape;328;p46"/>
          <p:cNvSpPr/>
          <p:nvPr/>
        </p:nvSpPr>
        <p:spPr>
          <a:xfrm rot="5400000">
            <a:off x="4391175" y="560850"/>
            <a:ext cx="321000" cy="8851800"/>
          </a:xfrm>
          <a:prstGeom prst="round2SameRect">
            <a:avLst>
              <a:gd fmla="val 50000" name="adj1"/>
              <a:gd fmla="val 50000" name="adj2"/>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329" name="Google Shape;329;p46"/>
          <p:cNvSpPr txBox="1"/>
          <p:nvPr>
            <p:ph type="title"/>
          </p:nvPr>
        </p:nvSpPr>
        <p:spPr>
          <a:xfrm>
            <a:off x="125700" y="125600"/>
            <a:ext cx="2391300" cy="16851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atin typeface="Roboto"/>
                <a:ea typeface="Roboto"/>
                <a:cs typeface="Roboto"/>
                <a:sym typeface="Roboto"/>
              </a:defRPr>
            </a:lvl2pPr>
            <a:lvl3pPr lvl="2">
              <a:spcBef>
                <a:spcPts val="0"/>
              </a:spcBef>
              <a:spcAft>
                <a:spcPts val="0"/>
              </a:spcAft>
              <a:buSzPts val="1400"/>
              <a:buNone/>
              <a:defRPr>
                <a:latin typeface="Roboto"/>
                <a:ea typeface="Roboto"/>
                <a:cs typeface="Roboto"/>
                <a:sym typeface="Roboto"/>
              </a:defRPr>
            </a:lvl3pPr>
            <a:lvl4pPr lvl="3">
              <a:spcBef>
                <a:spcPts val="0"/>
              </a:spcBef>
              <a:spcAft>
                <a:spcPts val="0"/>
              </a:spcAft>
              <a:buSzPts val="1400"/>
              <a:buNone/>
              <a:defRPr>
                <a:latin typeface="Roboto"/>
                <a:ea typeface="Roboto"/>
                <a:cs typeface="Roboto"/>
                <a:sym typeface="Roboto"/>
              </a:defRPr>
            </a:lvl4pPr>
            <a:lvl5pPr lvl="4">
              <a:spcBef>
                <a:spcPts val="0"/>
              </a:spcBef>
              <a:spcAft>
                <a:spcPts val="0"/>
              </a:spcAft>
              <a:buSzPts val="1400"/>
              <a:buNone/>
              <a:defRPr>
                <a:latin typeface="Roboto"/>
                <a:ea typeface="Roboto"/>
                <a:cs typeface="Roboto"/>
                <a:sym typeface="Roboto"/>
              </a:defRPr>
            </a:lvl5pPr>
            <a:lvl6pPr lvl="5">
              <a:spcBef>
                <a:spcPts val="0"/>
              </a:spcBef>
              <a:spcAft>
                <a:spcPts val="0"/>
              </a:spcAft>
              <a:buSzPts val="1400"/>
              <a:buNone/>
              <a:defRPr>
                <a:latin typeface="Roboto"/>
                <a:ea typeface="Roboto"/>
                <a:cs typeface="Roboto"/>
                <a:sym typeface="Roboto"/>
              </a:defRPr>
            </a:lvl6pPr>
            <a:lvl7pPr lvl="6">
              <a:spcBef>
                <a:spcPts val="0"/>
              </a:spcBef>
              <a:spcAft>
                <a:spcPts val="0"/>
              </a:spcAft>
              <a:buSzPts val="1400"/>
              <a:buNone/>
              <a:defRPr>
                <a:latin typeface="Roboto"/>
                <a:ea typeface="Roboto"/>
                <a:cs typeface="Roboto"/>
                <a:sym typeface="Roboto"/>
              </a:defRPr>
            </a:lvl7pPr>
            <a:lvl8pPr lvl="7">
              <a:spcBef>
                <a:spcPts val="0"/>
              </a:spcBef>
              <a:spcAft>
                <a:spcPts val="0"/>
              </a:spcAft>
              <a:buSzPts val="1400"/>
              <a:buNone/>
              <a:defRPr>
                <a:latin typeface="Roboto"/>
                <a:ea typeface="Roboto"/>
                <a:cs typeface="Roboto"/>
                <a:sym typeface="Roboto"/>
              </a:defRPr>
            </a:lvl8pPr>
            <a:lvl9pPr lvl="8">
              <a:spcBef>
                <a:spcPts val="0"/>
              </a:spcBef>
              <a:spcAft>
                <a:spcPts val="0"/>
              </a:spcAft>
              <a:buSzPts val="1400"/>
              <a:buNone/>
              <a:defRPr>
                <a:latin typeface="Roboto"/>
                <a:ea typeface="Roboto"/>
                <a:cs typeface="Roboto"/>
                <a:sym typeface="Roboto"/>
              </a:defRPr>
            </a:lvl9pPr>
          </a:lstStyle>
          <a:p/>
        </p:txBody>
      </p:sp>
      <p:sp>
        <p:nvSpPr>
          <p:cNvPr id="330" name="Google Shape;330;p46"/>
          <p:cNvSpPr txBox="1"/>
          <p:nvPr>
            <p:ph idx="1" type="subTitle"/>
          </p:nvPr>
        </p:nvSpPr>
        <p:spPr>
          <a:xfrm>
            <a:off x="2963075" y="132492"/>
            <a:ext cx="2140500" cy="4050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331" name="Google Shape;331;p46"/>
          <p:cNvSpPr txBox="1"/>
          <p:nvPr>
            <p:ph idx="2" type="subTitle"/>
          </p:nvPr>
        </p:nvSpPr>
        <p:spPr>
          <a:xfrm>
            <a:off x="6502400" y="125600"/>
            <a:ext cx="2140500" cy="405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None/>
              <a:defRPr>
                <a:solidFill>
                  <a:schemeClr val="lt1"/>
                </a:solidFill>
              </a:defRPr>
            </a:lvl1pPr>
            <a:lvl2pPr lvl="1">
              <a:spcBef>
                <a:spcPts val="0"/>
              </a:spcBef>
              <a:spcAft>
                <a:spcPts val="0"/>
              </a:spcAft>
              <a:buClr>
                <a:schemeClr val="lt1"/>
              </a:buClr>
              <a:buSzPts val="1000"/>
              <a:buNone/>
              <a:defRPr>
                <a:solidFill>
                  <a:schemeClr val="lt1"/>
                </a:solidFill>
              </a:defRPr>
            </a:lvl2pPr>
            <a:lvl3pPr lvl="2">
              <a:spcBef>
                <a:spcPts val="0"/>
              </a:spcBef>
              <a:spcAft>
                <a:spcPts val="0"/>
              </a:spcAft>
              <a:buClr>
                <a:schemeClr val="lt1"/>
              </a:buClr>
              <a:buSzPts val="1000"/>
              <a:buNone/>
              <a:defRPr>
                <a:solidFill>
                  <a:schemeClr val="lt1"/>
                </a:solidFill>
              </a:defRPr>
            </a:lvl3pPr>
            <a:lvl4pPr lvl="3">
              <a:spcBef>
                <a:spcPts val="0"/>
              </a:spcBef>
              <a:spcAft>
                <a:spcPts val="0"/>
              </a:spcAft>
              <a:buClr>
                <a:schemeClr val="lt1"/>
              </a:buClr>
              <a:buSzPts val="1000"/>
              <a:buNone/>
              <a:defRPr>
                <a:solidFill>
                  <a:schemeClr val="lt1"/>
                </a:solidFill>
              </a:defRPr>
            </a:lvl4pPr>
            <a:lvl5pPr lvl="4">
              <a:spcBef>
                <a:spcPts val="0"/>
              </a:spcBef>
              <a:spcAft>
                <a:spcPts val="0"/>
              </a:spcAft>
              <a:buClr>
                <a:schemeClr val="lt1"/>
              </a:buClr>
              <a:buSzPts val="1000"/>
              <a:buNone/>
              <a:defRPr>
                <a:solidFill>
                  <a:schemeClr val="lt1"/>
                </a:solidFill>
              </a:defRPr>
            </a:lvl5pPr>
            <a:lvl6pPr lvl="5">
              <a:spcBef>
                <a:spcPts val="0"/>
              </a:spcBef>
              <a:spcAft>
                <a:spcPts val="0"/>
              </a:spcAft>
              <a:buClr>
                <a:schemeClr val="lt1"/>
              </a:buClr>
              <a:buSzPts val="1000"/>
              <a:buNone/>
              <a:defRPr>
                <a:solidFill>
                  <a:schemeClr val="lt1"/>
                </a:solidFill>
              </a:defRPr>
            </a:lvl6pPr>
            <a:lvl7pPr lvl="6">
              <a:spcBef>
                <a:spcPts val="0"/>
              </a:spcBef>
              <a:spcAft>
                <a:spcPts val="0"/>
              </a:spcAft>
              <a:buClr>
                <a:schemeClr val="lt1"/>
              </a:buClr>
              <a:buSzPts val="1000"/>
              <a:buNone/>
              <a:defRPr>
                <a:solidFill>
                  <a:schemeClr val="lt1"/>
                </a:solidFill>
              </a:defRPr>
            </a:lvl7pPr>
            <a:lvl8pPr lvl="7">
              <a:spcBef>
                <a:spcPts val="0"/>
              </a:spcBef>
              <a:spcAft>
                <a:spcPts val="0"/>
              </a:spcAft>
              <a:buClr>
                <a:schemeClr val="lt1"/>
              </a:buClr>
              <a:buSzPts val="1000"/>
              <a:buNone/>
              <a:defRPr>
                <a:solidFill>
                  <a:schemeClr val="lt1"/>
                </a:solidFill>
              </a:defRPr>
            </a:lvl8pPr>
            <a:lvl9pPr lvl="8">
              <a:spcBef>
                <a:spcPts val="0"/>
              </a:spcBef>
              <a:spcAft>
                <a:spcPts val="0"/>
              </a:spcAft>
              <a:buClr>
                <a:schemeClr val="lt1"/>
              </a:buClr>
              <a:buSzPts val="1000"/>
              <a:buNone/>
              <a:defRPr>
                <a:solidFill>
                  <a:schemeClr val="lt1"/>
                </a:solidFill>
              </a:defRPr>
            </a:lvl9pPr>
          </a:lstStyle>
          <a:p/>
        </p:txBody>
      </p:sp>
      <p:sp>
        <p:nvSpPr>
          <p:cNvPr id="332" name="Google Shape;332;p46"/>
          <p:cNvSpPr txBox="1"/>
          <p:nvPr>
            <p:ph idx="3" type="body"/>
          </p:nvPr>
        </p:nvSpPr>
        <p:spPr>
          <a:xfrm>
            <a:off x="2963075" y="773325"/>
            <a:ext cx="2742300" cy="2574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33" name="Google Shape;333;p46"/>
          <p:cNvSpPr txBox="1"/>
          <p:nvPr>
            <p:ph idx="4" type="body"/>
          </p:nvPr>
        </p:nvSpPr>
        <p:spPr>
          <a:xfrm>
            <a:off x="6502400" y="773325"/>
            <a:ext cx="2515800" cy="2574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cxnSp>
        <p:nvCxnSpPr>
          <p:cNvPr id="334" name="Google Shape;334;p46"/>
          <p:cNvCxnSpPr/>
          <p:nvPr/>
        </p:nvCxnSpPr>
        <p:spPr>
          <a:xfrm>
            <a:off x="2762250" y="4827750"/>
            <a:ext cx="0" cy="316500"/>
          </a:xfrm>
          <a:prstGeom prst="straightConnector1">
            <a:avLst/>
          </a:prstGeom>
          <a:noFill/>
          <a:ln cap="flat" cmpd="sng" w="9525">
            <a:solidFill>
              <a:schemeClr val="lt1"/>
            </a:solidFill>
            <a:prstDash val="solid"/>
            <a:round/>
            <a:headEnd len="med" w="med" type="none"/>
            <a:tailEnd len="med" w="med" type="none"/>
          </a:ln>
        </p:spPr>
      </p:cxnSp>
      <p:sp>
        <p:nvSpPr>
          <p:cNvPr id="335" name="Google Shape;335;p46"/>
          <p:cNvSpPr txBox="1"/>
          <p:nvPr>
            <p:ph idx="5" type="subTitle"/>
          </p:nvPr>
        </p:nvSpPr>
        <p:spPr>
          <a:xfrm>
            <a:off x="251400" y="4827075"/>
            <a:ext cx="2205900" cy="3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
              <a:buNone/>
              <a:defRPr sz="800">
                <a:solidFill>
                  <a:schemeClr val="lt1"/>
                </a:solidFill>
              </a:defRPr>
            </a:lvl1pPr>
            <a:lvl2pPr lvl="1">
              <a:spcBef>
                <a:spcPts val="0"/>
              </a:spcBef>
              <a:spcAft>
                <a:spcPts val="0"/>
              </a:spcAft>
              <a:buClr>
                <a:schemeClr val="lt1"/>
              </a:buClr>
              <a:buSzPts val="1000"/>
              <a:buNone/>
              <a:defRPr>
                <a:solidFill>
                  <a:schemeClr val="lt1"/>
                </a:solidFill>
              </a:defRPr>
            </a:lvl2pPr>
            <a:lvl3pPr lvl="2">
              <a:spcBef>
                <a:spcPts val="0"/>
              </a:spcBef>
              <a:spcAft>
                <a:spcPts val="0"/>
              </a:spcAft>
              <a:buClr>
                <a:schemeClr val="lt1"/>
              </a:buClr>
              <a:buSzPts val="1000"/>
              <a:buNone/>
              <a:defRPr>
                <a:solidFill>
                  <a:schemeClr val="lt1"/>
                </a:solidFill>
              </a:defRPr>
            </a:lvl3pPr>
            <a:lvl4pPr lvl="3">
              <a:spcBef>
                <a:spcPts val="0"/>
              </a:spcBef>
              <a:spcAft>
                <a:spcPts val="0"/>
              </a:spcAft>
              <a:buClr>
                <a:schemeClr val="lt1"/>
              </a:buClr>
              <a:buSzPts val="1000"/>
              <a:buNone/>
              <a:defRPr>
                <a:solidFill>
                  <a:schemeClr val="lt1"/>
                </a:solidFill>
              </a:defRPr>
            </a:lvl4pPr>
            <a:lvl5pPr lvl="4">
              <a:spcBef>
                <a:spcPts val="0"/>
              </a:spcBef>
              <a:spcAft>
                <a:spcPts val="0"/>
              </a:spcAft>
              <a:buClr>
                <a:schemeClr val="lt1"/>
              </a:buClr>
              <a:buSzPts val="1000"/>
              <a:buNone/>
              <a:defRPr>
                <a:solidFill>
                  <a:schemeClr val="lt1"/>
                </a:solidFill>
              </a:defRPr>
            </a:lvl5pPr>
            <a:lvl6pPr lvl="5">
              <a:spcBef>
                <a:spcPts val="0"/>
              </a:spcBef>
              <a:spcAft>
                <a:spcPts val="0"/>
              </a:spcAft>
              <a:buClr>
                <a:schemeClr val="lt1"/>
              </a:buClr>
              <a:buSzPts val="1000"/>
              <a:buNone/>
              <a:defRPr>
                <a:solidFill>
                  <a:schemeClr val="lt1"/>
                </a:solidFill>
              </a:defRPr>
            </a:lvl6pPr>
            <a:lvl7pPr lvl="6">
              <a:spcBef>
                <a:spcPts val="0"/>
              </a:spcBef>
              <a:spcAft>
                <a:spcPts val="0"/>
              </a:spcAft>
              <a:buClr>
                <a:schemeClr val="lt1"/>
              </a:buClr>
              <a:buSzPts val="1000"/>
              <a:buNone/>
              <a:defRPr>
                <a:solidFill>
                  <a:schemeClr val="lt1"/>
                </a:solidFill>
              </a:defRPr>
            </a:lvl7pPr>
            <a:lvl8pPr lvl="7">
              <a:spcBef>
                <a:spcPts val="0"/>
              </a:spcBef>
              <a:spcAft>
                <a:spcPts val="0"/>
              </a:spcAft>
              <a:buClr>
                <a:schemeClr val="lt1"/>
              </a:buClr>
              <a:buSzPts val="1000"/>
              <a:buNone/>
              <a:defRPr>
                <a:solidFill>
                  <a:schemeClr val="lt1"/>
                </a:solidFill>
              </a:defRPr>
            </a:lvl8pPr>
            <a:lvl9pPr lvl="8">
              <a:spcBef>
                <a:spcPts val="0"/>
              </a:spcBef>
              <a:spcAft>
                <a:spcPts val="0"/>
              </a:spcAft>
              <a:buClr>
                <a:schemeClr val="lt1"/>
              </a:buClr>
              <a:buSzPts val="1000"/>
              <a:buNone/>
              <a:defRPr>
                <a:solidFill>
                  <a:schemeClr val="lt1"/>
                </a:solidFill>
              </a:defRPr>
            </a:lvl9pPr>
          </a:lstStyle>
          <a:p/>
        </p:txBody>
      </p:sp>
      <p:sp>
        <p:nvSpPr>
          <p:cNvPr id="336" name="Google Shape;336;p46"/>
          <p:cNvSpPr txBox="1"/>
          <p:nvPr>
            <p:ph idx="6" type="subTitle"/>
          </p:nvPr>
        </p:nvSpPr>
        <p:spPr>
          <a:xfrm>
            <a:off x="3545100" y="4829700"/>
            <a:ext cx="2053800" cy="314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800"/>
              <a:buNone/>
              <a:defRPr sz="800">
                <a:solidFill>
                  <a:schemeClr val="lt1"/>
                </a:solidFill>
              </a:defRPr>
            </a:lvl1pPr>
            <a:lvl2pPr lvl="1" algn="ctr">
              <a:spcBef>
                <a:spcPts val="0"/>
              </a:spcBef>
              <a:spcAft>
                <a:spcPts val="0"/>
              </a:spcAft>
              <a:buClr>
                <a:schemeClr val="lt1"/>
              </a:buClr>
              <a:buSzPts val="1000"/>
              <a:buNone/>
              <a:defRPr>
                <a:solidFill>
                  <a:schemeClr val="lt1"/>
                </a:solidFill>
              </a:defRPr>
            </a:lvl2pPr>
            <a:lvl3pPr lvl="2" algn="ctr">
              <a:spcBef>
                <a:spcPts val="0"/>
              </a:spcBef>
              <a:spcAft>
                <a:spcPts val="0"/>
              </a:spcAft>
              <a:buClr>
                <a:schemeClr val="lt1"/>
              </a:buClr>
              <a:buSzPts val="1000"/>
              <a:buNone/>
              <a:defRPr>
                <a:solidFill>
                  <a:schemeClr val="lt1"/>
                </a:solidFill>
              </a:defRPr>
            </a:lvl3pPr>
            <a:lvl4pPr lvl="3" algn="ctr">
              <a:spcBef>
                <a:spcPts val="0"/>
              </a:spcBef>
              <a:spcAft>
                <a:spcPts val="0"/>
              </a:spcAft>
              <a:buClr>
                <a:schemeClr val="lt1"/>
              </a:buClr>
              <a:buSzPts val="1000"/>
              <a:buNone/>
              <a:defRPr>
                <a:solidFill>
                  <a:schemeClr val="lt1"/>
                </a:solidFill>
              </a:defRPr>
            </a:lvl4pPr>
            <a:lvl5pPr lvl="4" algn="ctr">
              <a:spcBef>
                <a:spcPts val="0"/>
              </a:spcBef>
              <a:spcAft>
                <a:spcPts val="0"/>
              </a:spcAft>
              <a:buClr>
                <a:schemeClr val="lt1"/>
              </a:buClr>
              <a:buSzPts val="1000"/>
              <a:buNone/>
              <a:defRPr>
                <a:solidFill>
                  <a:schemeClr val="lt1"/>
                </a:solidFill>
              </a:defRPr>
            </a:lvl5pPr>
            <a:lvl6pPr lvl="5" algn="ctr">
              <a:spcBef>
                <a:spcPts val="0"/>
              </a:spcBef>
              <a:spcAft>
                <a:spcPts val="0"/>
              </a:spcAft>
              <a:buClr>
                <a:schemeClr val="lt1"/>
              </a:buClr>
              <a:buSzPts val="1000"/>
              <a:buNone/>
              <a:defRPr>
                <a:solidFill>
                  <a:schemeClr val="lt1"/>
                </a:solidFill>
              </a:defRPr>
            </a:lvl6pPr>
            <a:lvl7pPr lvl="6" algn="ctr">
              <a:spcBef>
                <a:spcPts val="0"/>
              </a:spcBef>
              <a:spcAft>
                <a:spcPts val="0"/>
              </a:spcAft>
              <a:buClr>
                <a:schemeClr val="lt1"/>
              </a:buClr>
              <a:buSzPts val="1000"/>
              <a:buNone/>
              <a:defRPr>
                <a:solidFill>
                  <a:schemeClr val="lt1"/>
                </a:solidFill>
              </a:defRPr>
            </a:lvl7pPr>
            <a:lvl8pPr lvl="7" algn="ctr">
              <a:spcBef>
                <a:spcPts val="0"/>
              </a:spcBef>
              <a:spcAft>
                <a:spcPts val="0"/>
              </a:spcAft>
              <a:buClr>
                <a:schemeClr val="lt1"/>
              </a:buClr>
              <a:buSzPts val="1000"/>
              <a:buNone/>
              <a:defRPr>
                <a:solidFill>
                  <a:schemeClr val="lt1"/>
                </a:solidFill>
              </a:defRPr>
            </a:lvl8pPr>
            <a:lvl9pPr lvl="8" algn="ctr">
              <a:spcBef>
                <a:spcPts val="0"/>
              </a:spcBef>
              <a:spcAft>
                <a:spcPts val="0"/>
              </a:spcAft>
              <a:buClr>
                <a:schemeClr val="lt1"/>
              </a:buClr>
              <a:buSzPts val="1000"/>
              <a:buNone/>
              <a:defRPr>
                <a:solidFill>
                  <a:schemeClr val="lt1"/>
                </a:solidFill>
              </a:defRPr>
            </a:lvl9pPr>
          </a:lstStyle>
          <a:p/>
        </p:txBody>
      </p:sp>
      <p:sp>
        <p:nvSpPr>
          <p:cNvPr id="337" name="Google Shape;337;p46"/>
          <p:cNvSpPr/>
          <p:nvPr/>
        </p:nvSpPr>
        <p:spPr>
          <a:xfrm rot="5400000">
            <a:off x="8611250" y="4735800"/>
            <a:ext cx="321000" cy="494100"/>
          </a:xfrm>
          <a:prstGeom prst="round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38" name="Google Shape;338;p46"/>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amp; Photo">
  <p:cSld name="CUSTOM_3">
    <p:bg>
      <p:bgPr>
        <a:solidFill>
          <a:schemeClr val="dk1"/>
        </a:solidFill>
      </p:bgPr>
    </p:bg>
    <p:spTree>
      <p:nvGrpSpPr>
        <p:cNvPr id="339" name="Shape 339"/>
        <p:cNvGrpSpPr/>
        <p:nvPr/>
      </p:nvGrpSpPr>
      <p:grpSpPr>
        <a:xfrm>
          <a:off x="0" y="0"/>
          <a:ext cx="0" cy="0"/>
          <a:chOff x="0" y="0"/>
          <a:chExt cx="0" cy="0"/>
        </a:xfrm>
      </p:grpSpPr>
      <p:sp>
        <p:nvSpPr>
          <p:cNvPr id="340" name="Google Shape;340;p47"/>
          <p:cNvSpPr/>
          <p:nvPr/>
        </p:nvSpPr>
        <p:spPr>
          <a:xfrm rot="5400000">
            <a:off x="4391175" y="560850"/>
            <a:ext cx="321000" cy="8851800"/>
          </a:xfrm>
          <a:prstGeom prst="round2SameRect">
            <a:avLst>
              <a:gd fmla="val 50000" name="adj1"/>
              <a:gd fmla="val 50000"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341" name="Google Shape;341;p47"/>
          <p:cNvSpPr txBox="1"/>
          <p:nvPr>
            <p:ph type="title"/>
          </p:nvPr>
        </p:nvSpPr>
        <p:spPr>
          <a:xfrm>
            <a:off x="125700" y="125600"/>
            <a:ext cx="4580100" cy="1685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600"/>
              <a:buNone/>
              <a:defRPr>
                <a:solidFill>
                  <a:schemeClr val="lt1"/>
                </a:solidFill>
              </a:defRPr>
            </a:lvl1pPr>
            <a:lvl2pPr lvl="1">
              <a:spcBef>
                <a:spcPts val="0"/>
              </a:spcBef>
              <a:spcAft>
                <a:spcPts val="0"/>
              </a:spcAft>
              <a:buClr>
                <a:schemeClr val="lt1"/>
              </a:buClr>
              <a:buSzPts val="1400"/>
              <a:buNone/>
              <a:defRPr>
                <a:solidFill>
                  <a:schemeClr val="lt1"/>
                </a:solidFill>
                <a:latin typeface="Roboto"/>
                <a:ea typeface="Roboto"/>
                <a:cs typeface="Roboto"/>
                <a:sym typeface="Roboto"/>
              </a:defRPr>
            </a:lvl2pPr>
            <a:lvl3pPr lvl="2">
              <a:spcBef>
                <a:spcPts val="0"/>
              </a:spcBef>
              <a:spcAft>
                <a:spcPts val="0"/>
              </a:spcAft>
              <a:buClr>
                <a:schemeClr val="lt1"/>
              </a:buClr>
              <a:buSzPts val="1400"/>
              <a:buNone/>
              <a:defRPr>
                <a:solidFill>
                  <a:schemeClr val="lt1"/>
                </a:solidFill>
                <a:latin typeface="Roboto"/>
                <a:ea typeface="Roboto"/>
                <a:cs typeface="Roboto"/>
                <a:sym typeface="Roboto"/>
              </a:defRPr>
            </a:lvl3pPr>
            <a:lvl4pPr lvl="3">
              <a:spcBef>
                <a:spcPts val="0"/>
              </a:spcBef>
              <a:spcAft>
                <a:spcPts val="0"/>
              </a:spcAft>
              <a:buClr>
                <a:schemeClr val="lt1"/>
              </a:buClr>
              <a:buSzPts val="1400"/>
              <a:buNone/>
              <a:defRPr>
                <a:solidFill>
                  <a:schemeClr val="lt1"/>
                </a:solidFill>
                <a:latin typeface="Roboto"/>
                <a:ea typeface="Roboto"/>
                <a:cs typeface="Roboto"/>
                <a:sym typeface="Roboto"/>
              </a:defRPr>
            </a:lvl4pPr>
            <a:lvl5pPr lvl="4">
              <a:spcBef>
                <a:spcPts val="0"/>
              </a:spcBef>
              <a:spcAft>
                <a:spcPts val="0"/>
              </a:spcAft>
              <a:buClr>
                <a:schemeClr val="lt1"/>
              </a:buClr>
              <a:buSzPts val="1400"/>
              <a:buNone/>
              <a:defRPr>
                <a:solidFill>
                  <a:schemeClr val="lt1"/>
                </a:solidFill>
                <a:latin typeface="Roboto"/>
                <a:ea typeface="Roboto"/>
                <a:cs typeface="Roboto"/>
                <a:sym typeface="Roboto"/>
              </a:defRPr>
            </a:lvl5pPr>
            <a:lvl6pPr lvl="5">
              <a:spcBef>
                <a:spcPts val="0"/>
              </a:spcBef>
              <a:spcAft>
                <a:spcPts val="0"/>
              </a:spcAft>
              <a:buClr>
                <a:schemeClr val="lt1"/>
              </a:buClr>
              <a:buSzPts val="1400"/>
              <a:buNone/>
              <a:defRPr>
                <a:solidFill>
                  <a:schemeClr val="lt1"/>
                </a:solidFill>
                <a:latin typeface="Roboto"/>
                <a:ea typeface="Roboto"/>
                <a:cs typeface="Roboto"/>
                <a:sym typeface="Roboto"/>
              </a:defRPr>
            </a:lvl6pPr>
            <a:lvl7pPr lvl="6">
              <a:spcBef>
                <a:spcPts val="0"/>
              </a:spcBef>
              <a:spcAft>
                <a:spcPts val="0"/>
              </a:spcAft>
              <a:buClr>
                <a:schemeClr val="lt1"/>
              </a:buClr>
              <a:buSzPts val="1400"/>
              <a:buNone/>
              <a:defRPr>
                <a:solidFill>
                  <a:schemeClr val="lt1"/>
                </a:solidFill>
                <a:latin typeface="Roboto"/>
                <a:ea typeface="Roboto"/>
                <a:cs typeface="Roboto"/>
                <a:sym typeface="Roboto"/>
              </a:defRPr>
            </a:lvl7pPr>
            <a:lvl8pPr lvl="7">
              <a:spcBef>
                <a:spcPts val="0"/>
              </a:spcBef>
              <a:spcAft>
                <a:spcPts val="0"/>
              </a:spcAft>
              <a:buClr>
                <a:schemeClr val="lt1"/>
              </a:buClr>
              <a:buSzPts val="1400"/>
              <a:buNone/>
              <a:defRPr>
                <a:solidFill>
                  <a:schemeClr val="lt1"/>
                </a:solidFill>
                <a:latin typeface="Roboto"/>
                <a:ea typeface="Roboto"/>
                <a:cs typeface="Roboto"/>
                <a:sym typeface="Roboto"/>
              </a:defRPr>
            </a:lvl8pPr>
            <a:lvl9pPr lvl="8">
              <a:spcBef>
                <a:spcPts val="0"/>
              </a:spcBef>
              <a:spcAft>
                <a:spcPts val="0"/>
              </a:spcAft>
              <a:buClr>
                <a:schemeClr val="lt1"/>
              </a:buClr>
              <a:buSzPts val="1400"/>
              <a:buNone/>
              <a:defRPr>
                <a:solidFill>
                  <a:schemeClr val="lt1"/>
                </a:solidFill>
                <a:latin typeface="Roboto"/>
                <a:ea typeface="Roboto"/>
                <a:cs typeface="Roboto"/>
                <a:sym typeface="Roboto"/>
              </a:defRPr>
            </a:lvl9pPr>
          </a:lstStyle>
          <a:p/>
        </p:txBody>
      </p:sp>
      <p:sp>
        <p:nvSpPr>
          <p:cNvPr id="342" name="Google Shape;342;p47"/>
          <p:cNvSpPr/>
          <p:nvPr/>
        </p:nvSpPr>
        <p:spPr>
          <a:xfrm>
            <a:off x="125700" y="2379075"/>
            <a:ext cx="4782600" cy="23223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43" name="Google Shape;343;p47"/>
          <p:cNvSpPr/>
          <p:nvPr>
            <p:ph idx="2" type="pic"/>
          </p:nvPr>
        </p:nvSpPr>
        <p:spPr>
          <a:xfrm>
            <a:off x="5033900" y="125600"/>
            <a:ext cx="3984300" cy="4575900"/>
          </a:xfrm>
          <a:prstGeom prst="roundRect">
            <a:avLst>
              <a:gd fmla="val 16667" name="adj"/>
            </a:avLst>
          </a:prstGeom>
          <a:noFill/>
          <a:ln>
            <a:noFill/>
          </a:ln>
        </p:spPr>
      </p:sp>
      <p:sp>
        <p:nvSpPr>
          <p:cNvPr id="344" name="Google Shape;344;p47"/>
          <p:cNvSpPr txBox="1"/>
          <p:nvPr>
            <p:ph idx="1" type="subTitle"/>
          </p:nvPr>
        </p:nvSpPr>
        <p:spPr>
          <a:xfrm>
            <a:off x="251400" y="2512475"/>
            <a:ext cx="2140500" cy="4050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345" name="Google Shape;345;p47"/>
          <p:cNvSpPr txBox="1"/>
          <p:nvPr>
            <p:ph idx="3" type="body"/>
          </p:nvPr>
        </p:nvSpPr>
        <p:spPr>
          <a:xfrm>
            <a:off x="251400" y="3003175"/>
            <a:ext cx="4454400" cy="152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cxnSp>
        <p:nvCxnSpPr>
          <p:cNvPr id="346" name="Google Shape;346;p47"/>
          <p:cNvCxnSpPr/>
          <p:nvPr/>
        </p:nvCxnSpPr>
        <p:spPr>
          <a:xfrm>
            <a:off x="2762250" y="4827750"/>
            <a:ext cx="0" cy="316500"/>
          </a:xfrm>
          <a:prstGeom prst="straightConnector1">
            <a:avLst/>
          </a:prstGeom>
          <a:noFill/>
          <a:ln cap="flat" cmpd="sng" w="9525">
            <a:solidFill>
              <a:schemeClr val="lt1"/>
            </a:solidFill>
            <a:prstDash val="solid"/>
            <a:round/>
            <a:headEnd len="med" w="med" type="none"/>
            <a:tailEnd len="med" w="med" type="none"/>
          </a:ln>
        </p:spPr>
      </p:cxnSp>
      <p:sp>
        <p:nvSpPr>
          <p:cNvPr id="347" name="Google Shape;347;p47"/>
          <p:cNvSpPr txBox="1"/>
          <p:nvPr>
            <p:ph idx="4" type="subTitle"/>
          </p:nvPr>
        </p:nvSpPr>
        <p:spPr>
          <a:xfrm>
            <a:off x="251400" y="4827075"/>
            <a:ext cx="2205900" cy="3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
              <a:buNone/>
              <a:defRPr sz="800">
                <a:solidFill>
                  <a:schemeClr val="lt1"/>
                </a:solidFill>
              </a:defRPr>
            </a:lvl1pPr>
            <a:lvl2pPr lvl="1">
              <a:spcBef>
                <a:spcPts val="0"/>
              </a:spcBef>
              <a:spcAft>
                <a:spcPts val="0"/>
              </a:spcAft>
              <a:buClr>
                <a:schemeClr val="lt1"/>
              </a:buClr>
              <a:buSzPts val="1000"/>
              <a:buNone/>
              <a:defRPr>
                <a:solidFill>
                  <a:schemeClr val="lt1"/>
                </a:solidFill>
              </a:defRPr>
            </a:lvl2pPr>
            <a:lvl3pPr lvl="2">
              <a:spcBef>
                <a:spcPts val="0"/>
              </a:spcBef>
              <a:spcAft>
                <a:spcPts val="0"/>
              </a:spcAft>
              <a:buClr>
                <a:schemeClr val="lt1"/>
              </a:buClr>
              <a:buSzPts val="1000"/>
              <a:buNone/>
              <a:defRPr>
                <a:solidFill>
                  <a:schemeClr val="lt1"/>
                </a:solidFill>
              </a:defRPr>
            </a:lvl3pPr>
            <a:lvl4pPr lvl="3">
              <a:spcBef>
                <a:spcPts val="0"/>
              </a:spcBef>
              <a:spcAft>
                <a:spcPts val="0"/>
              </a:spcAft>
              <a:buClr>
                <a:schemeClr val="lt1"/>
              </a:buClr>
              <a:buSzPts val="1000"/>
              <a:buNone/>
              <a:defRPr>
                <a:solidFill>
                  <a:schemeClr val="lt1"/>
                </a:solidFill>
              </a:defRPr>
            </a:lvl4pPr>
            <a:lvl5pPr lvl="4">
              <a:spcBef>
                <a:spcPts val="0"/>
              </a:spcBef>
              <a:spcAft>
                <a:spcPts val="0"/>
              </a:spcAft>
              <a:buClr>
                <a:schemeClr val="lt1"/>
              </a:buClr>
              <a:buSzPts val="1000"/>
              <a:buNone/>
              <a:defRPr>
                <a:solidFill>
                  <a:schemeClr val="lt1"/>
                </a:solidFill>
              </a:defRPr>
            </a:lvl5pPr>
            <a:lvl6pPr lvl="5">
              <a:spcBef>
                <a:spcPts val="0"/>
              </a:spcBef>
              <a:spcAft>
                <a:spcPts val="0"/>
              </a:spcAft>
              <a:buClr>
                <a:schemeClr val="lt1"/>
              </a:buClr>
              <a:buSzPts val="1000"/>
              <a:buNone/>
              <a:defRPr>
                <a:solidFill>
                  <a:schemeClr val="lt1"/>
                </a:solidFill>
              </a:defRPr>
            </a:lvl6pPr>
            <a:lvl7pPr lvl="6">
              <a:spcBef>
                <a:spcPts val="0"/>
              </a:spcBef>
              <a:spcAft>
                <a:spcPts val="0"/>
              </a:spcAft>
              <a:buClr>
                <a:schemeClr val="lt1"/>
              </a:buClr>
              <a:buSzPts val="1000"/>
              <a:buNone/>
              <a:defRPr>
                <a:solidFill>
                  <a:schemeClr val="lt1"/>
                </a:solidFill>
              </a:defRPr>
            </a:lvl7pPr>
            <a:lvl8pPr lvl="7">
              <a:spcBef>
                <a:spcPts val="0"/>
              </a:spcBef>
              <a:spcAft>
                <a:spcPts val="0"/>
              </a:spcAft>
              <a:buClr>
                <a:schemeClr val="lt1"/>
              </a:buClr>
              <a:buSzPts val="1000"/>
              <a:buNone/>
              <a:defRPr>
                <a:solidFill>
                  <a:schemeClr val="lt1"/>
                </a:solidFill>
              </a:defRPr>
            </a:lvl8pPr>
            <a:lvl9pPr lvl="8">
              <a:spcBef>
                <a:spcPts val="0"/>
              </a:spcBef>
              <a:spcAft>
                <a:spcPts val="0"/>
              </a:spcAft>
              <a:buClr>
                <a:schemeClr val="lt1"/>
              </a:buClr>
              <a:buSzPts val="1000"/>
              <a:buNone/>
              <a:defRPr>
                <a:solidFill>
                  <a:schemeClr val="lt1"/>
                </a:solidFill>
              </a:defRPr>
            </a:lvl9pPr>
          </a:lstStyle>
          <a:p/>
        </p:txBody>
      </p:sp>
      <p:sp>
        <p:nvSpPr>
          <p:cNvPr id="348" name="Google Shape;348;p47"/>
          <p:cNvSpPr txBox="1"/>
          <p:nvPr>
            <p:ph idx="5" type="subTitle"/>
          </p:nvPr>
        </p:nvSpPr>
        <p:spPr>
          <a:xfrm>
            <a:off x="3545100" y="4829700"/>
            <a:ext cx="2053800" cy="314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800"/>
              <a:buNone/>
              <a:defRPr sz="800">
                <a:solidFill>
                  <a:schemeClr val="lt1"/>
                </a:solidFill>
              </a:defRPr>
            </a:lvl1pPr>
            <a:lvl2pPr lvl="1" algn="ctr">
              <a:spcBef>
                <a:spcPts val="0"/>
              </a:spcBef>
              <a:spcAft>
                <a:spcPts val="0"/>
              </a:spcAft>
              <a:buClr>
                <a:schemeClr val="lt1"/>
              </a:buClr>
              <a:buSzPts val="1000"/>
              <a:buNone/>
              <a:defRPr>
                <a:solidFill>
                  <a:schemeClr val="lt1"/>
                </a:solidFill>
              </a:defRPr>
            </a:lvl2pPr>
            <a:lvl3pPr lvl="2" algn="ctr">
              <a:spcBef>
                <a:spcPts val="0"/>
              </a:spcBef>
              <a:spcAft>
                <a:spcPts val="0"/>
              </a:spcAft>
              <a:buClr>
                <a:schemeClr val="lt1"/>
              </a:buClr>
              <a:buSzPts val="1000"/>
              <a:buNone/>
              <a:defRPr>
                <a:solidFill>
                  <a:schemeClr val="lt1"/>
                </a:solidFill>
              </a:defRPr>
            </a:lvl3pPr>
            <a:lvl4pPr lvl="3" algn="ctr">
              <a:spcBef>
                <a:spcPts val="0"/>
              </a:spcBef>
              <a:spcAft>
                <a:spcPts val="0"/>
              </a:spcAft>
              <a:buClr>
                <a:schemeClr val="lt1"/>
              </a:buClr>
              <a:buSzPts val="1000"/>
              <a:buNone/>
              <a:defRPr>
                <a:solidFill>
                  <a:schemeClr val="lt1"/>
                </a:solidFill>
              </a:defRPr>
            </a:lvl4pPr>
            <a:lvl5pPr lvl="4" algn="ctr">
              <a:spcBef>
                <a:spcPts val="0"/>
              </a:spcBef>
              <a:spcAft>
                <a:spcPts val="0"/>
              </a:spcAft>
              <a:buClr>
                <a:schemeClr val="lt1"/>
              </a:buClr>
              <a:buSzPts val="1000"/>
              <a:buNone/>
              <a:defRPr>
                <a:solidFill>
                  <a:schemeClr val="lt1"/>
                </a:solidFill>
              </a:defRPr>
            </a:lvl5pPr>
            <a:lvl6pPr lvl="5" algn="ctr">
              <a:spcBef>
                <a:spcPts val="0"/>
              </a:spcBef>
              <a:spcAft>
                <a:spcPts val="0"/>
              </a:spcAft>
              <a:buClr>
                <a:schemeClr val="lt1"/>
              </a:buClr>
              <a:buSzPts val="1000"/>
              <a:buNone/>
              <a:defRPr>
                <a:solidFill>
                  <a:schemeClr val="lt1"/>
                </a:solidFill>
              </a:defRPr>
            </a:lvl6pPr>
            <a:lvl7pPr lvl="6" algn="ctr">
              <a:spcBef>
                <a:spcPts val="0"/>
              </a:spcBef>
              <a:spcAft>
                <a:spcPts val="0"/>
              </a:spcAft>
              <a:buClr>
                <a:schemeClr val="lt1"/>
              </a:buClr>
              <a:buSzPts val="1000"/>
              <a:buNone/>
              <a:defRPr>
                <a:solidFill>
                  <a:schemeClr val="lt1"/>
                </a:solidFill>
              </a:defRPr>
            </a:lvl7pPr>
            <a:lvl8pPr lvl="7" algn="ctr">
              <a:spcBef>
                <a:spcPts val="0"/>
              </a:spcBef>
              <a:spcAft>
                <a:spcPts val="0"/>
              </a:spcAft>
              <a:buClr>
                <a:schemeClr val="lt1"/>
              </a:buClr>
              <a:buSzPts val="1000"/>
              <a:buNone/>
              <a:defRPr>
                <a:solidFill>
                  <a:schemeClr val="lt1"/>
                </a:solidFill>
              </a:defRPr>
            </a:lvl8pPr>
            <a:lvl9pPr lvl="8" algn="ctr">
              <a:spcBef>
                <a:spcPts val="0"/>
              </a:spcBef>
              <a:spcAft>
                <a:spcPts val="0"/>
              </a:spcAft>
              <a:buClr>
                <a:schemeClr val="lt1"/>
              </a:buClr>
              <a:buSzPts val="1000"/>
              <a:buNone/>
              <a:defRPr>
                <a:solidFill>
                  <a:schemeClr val="lt1"/>
                </a:solidFill>
              </a:defRPr>
            </a:lvl9pPr>
          </a:lstStyle>
          <a:p/>
        </p:txBody>
      </p:sp>
      <p:sp>
        <p:nvSpPr>
          <p:cNvPr id="349" name="Google Shape;349;p47"/>
          <p:cNvSpPr/>
          <p:nvPr/>
        </p:nvSpPr>
        <p:spPr>
          <a:xfrm rot="5400000">
            <a:off x="8611250" y="4735800"/>
            <a:ext cx="321000" cy="494100"/>
          </a:xfrm>
          <a:prstGeom prst="round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0" name="Google Shape;350;p47"/>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amp; Photo">
  <p:cSld name="CUSTOM_3_1">
    <p:bg>
      <p:bgPr>
        <a:solidFill>
          <a:schemeClr val="lt1"/>
        </a:solidFill>
      </p:bgPr>
    </p:bg>
    <p:spTree>
      <p:nvGrpSpPr>
        <p:cNvPr id="351" name="Shape 351"/>
        <p:cNvGrpSpPr/>
        <p:nvPr/>
      </p:nvGrpSpPr>
      <p:grpSpPr>
        <a:xfrm>
          <a:off x="0" y="0"/>
          <a:ext cx="0" cy="0"/>
          <a:chOff x="0" y="0"/>
          <a:chExt cx="0" cy="0"/>
        </a:xfrm>
      </p:grpSpPr>
      <p:sp>
        <p:nvSpPr>
          <p:cNvPr id="352" name="Google Shape;352;p48"/>
          <p:cNvSpPr/>
          <p:nvPr/>
        </p:nvSpPr>
        <p:spPr>
          <a:xfrm rot="5400000">
            <a:off x="4391175" y="560850"/>
            <a:ext cx="321000" cy="8851800"/>
          </a:xfrm>
          <a:prstGeom prst="round2SameRect">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353" name="Google Shape;353;p48"/>
          <p:cNvSpPr txBox="1"/>
          <p:nvPr>
            <p:ph type="title"/>
          </p:nvPr>
        </p:nvSpPr>
        <p:spPr>
          <a:xfrm>
            <a:off x="125700" y="125600"/>
            <a:ext cx="4580100" cy="16851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Clr>
                <a:schemeClr val="dk1"/>
              </a:buClr>
              <a:buSzPts val="1400"/>
              <a:buNone/>
              <a:defRPr>
                <a:solidFill>
                  <a:schemeClr val="dk1"/>
                </a:solidFill>
                <a:latin typeface="Roboto"/>
                <a:ea typeface="Roboto"/>
                <a:cs typeface="Roboto"/>
                <a:sym typeface="Roboto"/>
              </a:defRPr>
            </a:lvl2pPr>
            <a:lvl3pPr lvl="2">
              <a:spcBef>
                <a:spcPts val="0"/>
              </a:spcBef>
              <a:spcAft>
                <a:spcPts val="0"/>
              </a:spcAft>
              <a:buClr>
                <a:schemeClr val="dk1"/>
              </a:buClr>
              <a:buSzPts val="1400"/>
              <a:buNone/>
              <a:defRPr>
                <a:solidFill>
                  <a:schemeClr val="dk1"/>
                </a:solidFill>
                <a:latin typeface="Roboto"/>
                <a:ea typeface="Roboto"/>
                <a:cs typeface="Roboto"/>
                <a:sym typeface="Roboto"/>
              </a:defRPr>
            </a:lvl3pPr>
            <a:lvl4pPr lvl="3">
              <a:spcBef>
                <a:spcPts val="0"/>
              </a:spcBef>
              <a:spcAft>
                <a:spcPts val="0"/>
              </a:spcAft>
              <a:buClr>
                <a:schemeClr val="dk1"/>
              </a:buClr>
              <a:buSzPts val="1400"/>
              <a:buNone/>
              <a:defRPr>
                <a:solidFill>
                  <a:schemeClr val="dk1"/>
                </a:solidFill>
                <a:latin typeface="Roboto"/>
                <a:ea typeface="Roboto"/>
                <a:cs typeface="Roboto"/>
                <a:sym typeface="Roboto"/>
              </a:defRPr>
            </a:lvl4pPr>
            <a:lvl5pPr lvl="4">
              <a:spcBef>
                <a:spcPts val="0"/>
              </a:spcBef>
              <a:spcAft>
                <a:spcPts val="0"/>
              </a:spcAft>
              <a:buClr>
                <a:schemeClr val="dk1"/>
              </a:buClr>
              <a:buSzPts val="1400"/>
              <a:buNone/>
              <a:defRPr>
                <a:solidFill>
                  <a:schemeClr val="dk1"/>
                </a:solidFill>
                <a:latin typeface="Roboto"/>
                <a:ea typeface="Roboto"/>
                <a:cs typeface="Roboto"/>
                <a:sym typeface="Roboto"/>
              </a:defRPr>
            </a:lvl5pPr>
            <a:lvl6pPr lvl="5">
              <a:spcBef>
                <a:spcPts val="0"/>
              </a:spcBef>
              <a:spcAft>
                <a:spcPts val="0"/>
              </a:spcAft>
              <a:buClr>
                <a:schemeClr val="dk1"/>
              </a:buClr>
              <a:buSzPts val="1400"/>
              <a:buNone/>
              <a:defRPr>
                <a:solidFill>
                  <a:schemeClr val="dk1"/>
                </a:solidFill>
                <a:latin typeface="Roboto"/>
                <a:ea typeface="Roboto"/>
                <a:cs typeface="Roboto"/>
                <a:sym typeface="Roboto"/>
              </a:defRPr>
            </a:lvl6pPr>
            <a:lvl7pPr lvl="6">
              <a:spcBef>
                <a:spcPts val="0"/>
              </a:spcBef>
              <a:spcAft>
                <a:spcPts val="0"/>
              </a:spcAft>
              <a:buClr>
                <a:schemeClr val="dk1"/>
              </a:buClr>
              <a:buSzPts val="1400"/>
              <a:buNone/>
              <a:defRPr>
                <a:solidFill>
                  <a:schemeClr val="dk1"/>
                </a:solidFill>
                <a:latin typeface="Roboto"/>
                <a:ea typeface="Roboto"/>
                <a:cs typeface="Roboto"/>
                <a:sym typeface="Roboto"/>
              </a:defRPr>
            </a:lvl7pPr>
            <a:lvl8pPr lvl="7">
              <a:spcBef>
                <a:spcPts val="0"/>
              </a:spcBef>
              <a:spcAft>
                <a:spcPts val="0"/>
              </a:spcAft>
              <a:buClr>
                <a:schemeClr val="dk1"/>
              </a:buClr>
              <a:buSzPts val="1400"/>
              <a:buNone/>
              <a:defRPr>
                <a:solidFill>
                  <a:schemeClr val="dk1"/>
                </a:solidFill>
                <a:latin typeface="Roboto"/>
                <a:ea typeface="Roboto"/>
                <a:cs typeface="Roboto"/>
                <a:sym typeface="Roboto"/>
              </a:defRPr>
            </a:lvl8pPr>
            <a:lvl9pPr lvl="8">
              <a:spcBef>
                <a:spcPts val="0"/>
              </a:spcBef>
              <a:spcAft>
                <a:spcPts val="0"/>
              </a:spcAft>
              <a:buClr>
                <a:schemeClr val="dk1"/>
              </a:buClr>
              <a:buSzPts val="1400"/>
              <a:buNone/>
              <a:defRPr>
                <a:solidFill>
                  <a:schemeClr val="dk1"/>
                </a:solidFill>
                <a:latin typeface="Roboto"/>
                <a:ea typeface="Roboto"/>
                <a:cs typeface="Roboto"/>
                <a:sym typeface="Roboto"/>
              </a:defRPr>
            </a:lvl9pPr>
          </a:lstStyle>
          <a:p/>
        </p:txBody>
      </p:sp>
      <p:sp>
        <p:nvSpPr>
          <p:cNvPr id="354" name="Google Shape;354;p48"/>
          <p:cNvSpPr/>
          <p:nvPr>
            <p:ph idx="2" type="pic"/>
          </p:nvPr>
        </p:nvSpPr>
        <p:spPr>
          <a:xfrm>
            <a:off x="5033900" y="125600"/>
            <a:ext cx="3984300" cy="4575900"/>
          </a:xfrm>
          <a:prstGeom prst="roundRect">
            <a:avLst>
              <a:gd fmla="val 16667" name="adj"/>
            </a:avLst>
          </a:prstGeom>
          <a:noFill/>
          <a:ln>
            <a:noFill/>
          </a:ln>
        </p:spPr>
      </p:sp>
      <p:sp>
        <p:nvSpPr>
          <p:cNvPr id="355" name="Google Shape;355;p48"/>
          <p:cNvSpPr txBox="1"/>
          <p:nvPr>
            <p:ph idx="1" type="subTitle"/>
          </p:nvPr>
        </p:nvSpPr>
        <p:spPr>
          <a:xfrm>
            <a:off x="251400" y="2512475"/>
            <a:ext cx="2140500" cy="405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None/>
              <a:defRPr>
                <a:solidFill>
                  <a:schemeClr val="lt1"/>
                </a:solidFill>
              </a:defRPr>
            </a:lvl1pPr>
            <a:lvl2pPr lvl="1">
              <a:spcBef>
                <a:spcPts val="0"/>
              </a:spcBef>
              <a:spcAft>
                <a:spcPts val="0"/>
              </a:spcAft>
              <a:buClr>
                <a:schemeClr val="lt1"/>
              </a:buClr>
              <a:buSzPts val="1000"/>
              <a:buNone/>
              <a:defRPr>
                <a:solidFill>
                  <a:schemeClr val="lt1"/>
                </a:solidFill>
              </a:defRPr>
            </a:lvl2pPr>
            <a:lvl3pPr lvl="2">
              <a:spcBef>
                <a:spcPts val="0"/>
              </a:spcBef>
              <a:spcAft>
                <a:spcPts val="0"/>
              </a:spcAft>
              <a:buClr>
                <a:schemeClr val="lt1"/>
              </a:buClr>
              <a:buSzPts val="1000"/>
              <a:buNone/>
              <a:defRPr>
                <a:solidFill>
                  <a:schemeClr val="lt1"/>
                </a:solidFill>
              </a:defRPr>
            </a:lvl3pPr>
            <a:lvl4pPr lvl="3">
              <a:spcBef>
                <a:spcPts val="0"/>
              </a:spcBef>
              <a:spcAft>
                <a:spcPts val="0"/>
              </a:spcAft>
              <a:buClr>
                <a:schemeClr val="lt1"/>
              </a:buClr>
              <a:buSzPts val="1000"/>
              <a:buNone/>
              <a:defRPr>
                <a:solidFill>
                  <a:schemeClr val="lt1"/>
                </a:solidFill>
              </a:defRPr>
            </a:lvl4pPr>
            <a:lvl5pPr lvl="4">
              <a:spcBef>
                <a:spcPts val="0"/>
              </a:spcBef>
              <a:spcAft>
                <a:spcPts val="0"/>
              </a:spcAft>
              <a:buClr>
                <a:schemeClr val="lt1"/>
              </a:buClr>
              <a:buSzPts val="1000"/>
              <a:buNone/>
              <a:defRPr>
                <a:solidFill>
                  <a:schemeClr val="lt1"/>
                </a:solidFill>
              </a:defRPr>
            </a:lvl5pPr>
            <a:lvl6pPr lvl="5">
              <a:spcBef>
                <a:spcPts val="0"/>
              </a:spcBef>
              <a:spcAft>
                <a:spcPts val="0"/>
              </a:spcAft>
              <a:buClr>
                <a:schemeClr val="lt1"/>
              </a:buClr>
              <a:buSzPts val="1000"/>
              <a:buNone/>
              <a:defRPr>
                <a:solidFill>
                  <a:schemeClr val="lt1"/>
                </a:solidFill>
              </a:defRPr>
            </a:lvl6pPr>
            <a:lvl7pPr lvl="6">
              <a:spcBef>
                <a:spcPts val="0"/>
              </a:spcBef>
              <a:spcAft>
                <a:spcPts val="0"/>
              </a:spcAft>
              <a:buClr>
                <a:schemeClr val="lt1"/>
              </a:buClr>
              <a:buSzPts val="1000"/>
              <a:buNone/>
              <a:defRPr>
                <a:solidFill>
                  <a:schemeClr val="lt1"/>
                </a:solidFill>
              </a:defRPr>
            </a:lvl7pPr>
            <a:lvl8pPr lvl="7">
              <a:spcBef>
                <a:spcPts val="0"/>
              </a:spcBef>
              <a:spcAft>
                <a:spcPts val="0"/>
              </a:spcAft>
              <a:buClr>
                <a:schemeClr val="lt1"/>
              </a:buClr>
              <a:buSzPts val="1000"/>
              <a:buNone/>
              <a:defRPr>
                <a:solidFill>
                  <a:schemeClr val="lt1"/>
                </a:solidFill>
              </a:defRPr>
            </a:lvl8pPr>
            <a:lvl9pPr lvl="8">
              <a:spcBef>
                <a:spcPts val="0"/>
              </a:spcBef>
              <a:spcAft>
                <a:spcPts val="0"/>
              </a:spcAft>
              <a:buClr>
                <a:schemeClr val="lt1"/>
              </a:buClr>
              <a:buSzPts val="1000"/>
              <a:buNone/>
              <a:defRPr>
                <a:solidFill>
                  <a:schemeClr val="lt1"/>
                </a:solidFill>
              </a:defRPr>
            </a:lvl9pPr>
          </a:lstStyle>
          <a:p/>
        </p:txBody>
      </p:sp>
      <p:sp>
        <p:nvSpPr>
          <p:cNvPr id="356" name="Google Shape;356;p48"/>
          <p:cNvSpPr txBox="1"/>
          <p:nvPr>
            <p:ph idx="3" type="body"/>
          </p:nvPr>
        </p:nvSpPr>
        <p:spPr>
          <a:xfrm>
            <a:off x="251400" y="3003175"/>
            <a:ext cx="4454400" cy="152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cxnSp>
        <p:nvCxnSpPr>
          <p:cNvPr id="357" name="Google Shape;357;p48"/>
          <p:cNvCxnSpPr/>
          <p:nvPr/>
        </p:nvCxnSpPr>
        <p:spPr>
          <a:xfrm>
            <a:off x="2762250" y="4827750"/>
            <a:ext cx="0" cy="316500"/>
          </a:xfrm>
          <a:prstGeom prst="straightConnector1">
            <a:avLst/>
          </a:prstGeom>
          <a:noFill/>
          <a:ln cap="flat" cmpd="sng" w="9525">
            <a:solidFill>
              <a:schemeClr val="dk1"/>
            </a:solidFill>
            <a:prstDash val="solid"/>
            <a:round/>
            <a:headEnd len="med" w="med" type="none"/>
            <a:tailEnd len="med" w="med" type="none"/>
          </a:ln>
        </p:spPr>
      </p:cxnSp>
      <p:sp>
        <p:nvSpPr>
          <p:cNvPr id="358" name="Google Shape;358;p48"/>
          <p:cNvSpPr txBox="1"/>
          <p:nvPr>
            <p:ph idx="4" type="subTitle"/>
          </p:nvPr>
        </p:nvSpPr>
        <p:spPr>
          <a:xfrm>
            <a:off x="251400" y="4827075"/>
            <a:ext cx="2205900" cy="314100"/>
          </a:xfrm>
          <a:prstGeom prst="rect">
            <a:avLst/>
          </a:prstGeom>
        </p:spPr>
        <p:txBody>
          <a:bodyPr anchorCtr="0" anchor="t" bIns="91425" lIns="91425" spcFirstLastPara="1" rIns="91425" wrap="square" tIns="91425">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359" name="Google Shape;359;p48"/>
          <p:cNvSpPr txBox="1"/>
          <p:nvPr>
            <p:ph idx="5" type="subTitle"/>
          </p:nvPr>
        </p:nvSpPr>
        <p:spPr>
          <a:xfrm>
            <a:off x="3545100" y="4829700"/>
            <a:ext cx="2053800" cy="314100"/>
          </a:xfrm>
          <a:prstGeom prst="rect">
            <a:avLst/>
          </a:prstGeom>
        </p:spPr>
        <p:txBody>
          <a:bodyPr anchorCtr="0" anchor="t" bIns="91425" lIns="91425" spcFirstLastPara="1" rIns="91425" wrap="square" tIns="91425">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360" name="Google Shape;360;p48"/>
          <p:cNvSpPr/>
          <p:nvPr/>
        </p:nvSpPr>
        <p:spPr>
          <a:xfrm rot="5400000">
            <a:off x="8611250" y="4735800"/>
            <a:ext cx="321000" cy="494100"/>
          </a:xfrm>
          <a:prstGeom prst="round2SameRect">
            <a:avLst>
              <a:gd fmla="val 50000"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61" name="Google Shape;361;p48"/>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p:cSld name="BIG_NUMBER">
    <p:spTree>
      <p:nvGrpSpPr>
        <p:cNvPr id="362" name="Shape 362"/>
        <p:cNvGrpSpPr/>
        <p:nvPr/>
      </p:nvGrpSpPr>
      <p:grpSpPr>
        <a:xfrm>
          <a:off x="0" y="0"/>
          <a:ext cx="0" cy="0"/>
          <a:chOff x="0" y="0"/>
          <a:chExt cx="0" cy="0"/>
        </a:xfrm>
      </p:grpSpPr>
      <p:sp>
        <p:nvSpPr>
          <p:cNvPr id="363" name="Google Shape;363;p49"/>
          <p:cNvSpPr/>
          <p:nvPr/>
        </p:nvSpPr>
        <p:spPr>
          <a:xfrm rot="5400000">
            <a:off x="4391175" y="560850"/>
            <a:ext cx="321000" cy="8851800"/>
          </a:xfrm>
          <a:prstGeom prst="round2SameRect">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364" name="Google Shape;364;p49"/>
          <p:cNvSpPr txBox="1"/>
          <p:nvPr>
            <p:ph type="title"/>
          </p:nvPr>
        </p:nvSpPr>
        <p:spPr>
          <a:xfrm>
            <a:off x="122600" y="125600"/>
            <a:ext cx="5708400" cy="5439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Font typeface="Libre Baskerville"/>
              <a:buNone/>
              <a:defRPr sz="3600"/>
            </a:lvl2pPr>
            <a:lvl3pPr lvl="2">
              <a:spcBef>
                <a:spcPts val="0"/>
              </a:spcBef>
              <a:spcAft>
                <a:spcPts val="0"/>
              </a:spcAft>
              <a:buSzPts val="3600"/>
              <a:buFont typeface="Libre Baskerville"/>
              <a:buNone/>
              <a:defRPr sz="3600"/>
            </a:lvl3pPr>
            <a:lvl4pPr lvl="3">
              <a:spcBef>
                <a:spcPts val="0"/>
              </a:spcBef>
              <a:spcAft>
                <a:spcPts val="0"/>
              </a:spcAft>
              <a:buSzPts val="3600"/>
              <a:buFont typeface="Libre Baskerville"/>
              <a:buNone/>
              <a:defRPr sz="3600"/>
            </a:lvl4pPr>
            <a:lvl5pPr lvl="4">
              <a:spcBef>
                <a:spcPts val="0"/>
              </a:spcBef>
              <a:spcAft>
                <a:spcPts val="0"/>
              </a:spcAft>
              <a:buSzPts val="3600"/>
              <a:buFont typeface="Libre Baskerville"/>
              <a:buNone/>
              <a:defRPr sz="3600"/>
            </a:lvl5pPr>
            <a:lvl6pPr lvl="5">
              <a:spcBef>
                <a:spcPts val="0"/>
              </a:spcBef>
              <a:spcAft>
                <a:spcPts val="0"/>
              </a:spcAft>
              <a:buSzPts val="3600"/>
              <a:buFont typeface="Libre Baskerville"/>
              <a:buNone/>
              <a:defRPr sz="3600"/>
            </a:lvl6pPr>
            <a:lvl7pPr lvl="6">
              <a:spcBef>
                <a:spcPts val="0"/>
              </a:spcBef>
              <a:spcAft>
                <a:spcPts val="0"/>
              </a:spcAft>
              <a:buSzPts val="3600"/>
              <a:buFont typeface="Libre Baskerville"/>
              <a:buNone/>
              <a:defRPr sz="3600"/>
            </a:lvl7pPr>
            <a:lvl8pPr lvl="7">
              <a:spcBef>
                <a:spcPts val="0"/>
              </a:spcBef>
              <a:spcAft>
                <a:spcPts val="0"/>
              </a:spcAft>
              <a:buSzPts val="3600"/>
              <a:buFont typeface="Libre Baskerville"/>
              <a:buNone/>
              <a:defRPr sz="3600"/>
            </a:lvl8pPr>
            <a:lvl9pPr lvl="8">
              <a:spcBef>
                <a:spcPts val="0"/>
              </a:spcBef>
              <a:spcAft>
                <a:spcPts val="0"/>
              </a:spcAft>
              <a:buSzPts val="3600"/>
              <a:buFont typeface="Libre Baskerville"/>
              <a:buNone/>
              <a:defRPr sz="3600"/>
            </a:lvl9pPr>
          </a:lstStyle>
          <a:p/>
        </p:txBody>
      </p:sp>
      <p:cxnSp>
        <p:nvCxnSpPr>
          <p:cNvPr id="365" name="Google Shape;365;p49"/>
          <p:cNvCxnSpPr/>
          <p:nvPr/>
        </p:nvCxnSpPr>
        <p:spPr>
          <a:xfrm>
            <a:off x="2762250" y="4827350"/>
            <a:ext cx="0" cy="316800"/>
          </a:xfrm>
          <a:prstGeom prst="straightConnector1">
            <a:avLst/>
          </a:prstGeom>
          <a:noFill/>
          <a:ln cap="flat" cmpd="sng" w="9525">
            <a:solidFill>
              <a:schemeClr val="dk1"/>
            </a:solidFill>
            <a:prstDash val="solid"/>
            <a:round/>
            <a:headEnd len="med" w="med" type="none"/>
            <a:tailEnd len="med" w="med" type="none"/>
          </a:ln>
        </p:spPr>
      </p:cxnSp>
      <p:sp>
        <p:nvSpPr>
          <p:cNvPr id="366" name="Google Shape;366;p49"/>
          <p:cNvSpPr txBox="1"/>
          <p:nvPr>
            <p:ph idx="1" type="subTitle"/>
          </p:nvPr>
        </p:nvSpPr>
        <p:spPr>
          <a:xfrm>
            <a:off x="251400" y="4827075"/>
            <a:ext cx="2205900" cy="314100"/>
          </a:xfrm>
          <a:prstGeom prst="rect">
            <a:avLst/>
          </a:prstGeom>
        </p:spPr>
        <p:txBody>
          <a:bodyPr anchorCtr="0" anchor="t" bIns="91425" lIns="91425" spcFirstLastPara="1" rIns="91425" wrap="square" tIns="91425">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367" name="Google Shape;367;p49"/>
          <p:cNvSpPr txBox="1"/>
          <p:nvPr>
            <p:ph idx="2" type="subTitle"/>
          </p:nvPr>
        </p:nvSpPr>
        <p:spPr>
          <a:xfrm>
            <a:off x="3545100" y="4829700"/>
            <a:ext cx="2053800" cy="314100"/>
          </a:xfrm>
          <a:prstGeom prst="rect">
            <a:avLst/>
          </a:prstGeom>
        </p:spPr>
        <p:txBody>
          <a:bodyPr anchorCtr="0" anchor="t" bIns="91425" lIns="91425" spcFirstLastPara="1" rIns="91425" wrap="square" tIns="91425">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368" name="Google Shape;368;p49"/>
          <p:cNvSpPr/>
          <p:nvPr/>
        </p:nvSpPr>
        <p:spPr>
          <a:xfrm rot="5400000">
            <a:off x="8611250" y="4735800"/>
            <a:ext cx="321000" cy="494100"/>
          </a:xfrm>
          <a:prstGeom prst="round2SameRect">
            <a:avLst>
              <a:gd fmla="val 50000"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69" name="Google Shape;369;p49"/>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Timeline">
  <p:cSld name="BIG_NUMBER_4">
    <p:spTree>
      <p:nvGrpSpPr>
        <p:cNvPr id="370" name="Shape 370"/>
        <p:cNvGrpSpPr/>
        <p:nvPr/>
      </p:nvGrpSpPr>
      <p:grpSpPr>
        <a:xfrm>
          <a:off x="0" y="0"/>
          <a:ext cx="0" cy="0"/>
          <a:chOff x="0" y="0"/>
          <a:chExt cx="0" cy="0"/>
        </a:xfrm>
      </p:grpSpPr>
      <p:sp>
        <p:nvSpPr>
          <p:cNvPr id="371" name="Google Shape;371;p50"/>
          <p:cNvSpPr/>
          <p:nvPr/>
        </p:nvSpPr>
        <p:spPr>
          <a:xfrm rot="5400000">
            <a:off x="4391175" y="560850"/>
            <a:ext cx="321000" cy="8851800"/>
          </a:xfrm>
          <a:prstGeom prst="round2SameRect">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cxnSp>
        <p:nvCxnSpPr>
          <p:cNvPr id="372" name="Google Shape;372;p50"/>
          <p:cNvCxnSpPr/>
          <p:nvPr/>
        </p:nvCxnSpPr>
        <p:spPr>
          <a:xfrm>
            <a:off x="2642715" y="1649025"/>
            <a:ext cx="6251100" cy="6000"/>
          </a:xfrm>
          <a:prstGeom prst="straightConnector1">
            <a:avLst/>
          </a:prstGeom>
          <a:noFill/>
          <a:ln cap="flat" cmpd="sng" w="19050">
            <a:solidFill>
              <a:schemeClr val="dk1"/>
            </a:solidFill>
            <a:prstDash val="solid"/>
            <a:round/>
            <a:headEnd len="med" w="med" type="none"/>
            <a:tailEnd len="med" w="med" type="none"/>
          </a:ln>
        </p:spPr>
      </p:cxnSp>
      <p:cxnSp>
        <p:nvCxnSpPr>
          <p:cNvPr id="373" name="Google Shape;373;p50"/>
          <p:cNvCxnSpPr/>
          <p:nvPr/>
        </p:nvCxnSpPr>
        <p:spPr>
          <a:xfrm>
            <a:off x="2642600" y="3661125"/>
            <a:ext cx="6251100" cy="6000"/>
          </a:xfrm>
          <a:prstGeom prst="straightConnector1">
            <a:avLst/>
          </a:prstGeom>
          <a:noFill/>
          <a:ln cap="flat" cmpd="sng" w="19050">
            <a:solidFill>
              <a:schemeClr val="dk1"/>
            </a:solidFill>
            <a:prstDash val="solid"/>
            <a:round/>
            <a:headEnd len="med" w="med" type="none"/>
            <a:tailEnd len="med" w="med" type="none"/>
          </a:ln>
        </p:spPr>
      </p:cxnSp>
      <p:cxnSp>
        <p:nvCxnSpPr>
          <p:cNvPr id="374" name="Google Shape;374;p50"/>
          <p:cNvCxnSpPr/>
          <p:nvPr/>
        </p:nvCxnSpPr>
        <p:spPr>
          <a:xfrm>
            <a:off x="2642830" y="2327925"/>
            <a:ext cx="6251100" cy="6000"/>
          </a:xfrm>
          <a:prstGeom prst="straightConnector1">
            <a:avLst/>
          </a:prstGeom>
          <a:noFill/>
          <a:ln cap="flat" cmpd="sng" w="19050">
            <a:solidFill>
              <a:schemeClr val="dk1"/>
            </a:solidFill>
            <a:prstDash val="solid"/>
            <a:round/>
            <a:headEnd len="med" w="med" type="none"/>
            <a:tailEnd len="med" w="med" type="none"/>
          </a:ln>
        </p:spPr>
      </p:cxnSp>
      <p:cxnSp>
        <p:nvCxnSpPr>
          <p:cNvPr id="375" name="Google Shape;375;p50"/>
          <p:cNvCxnSpPr/>
          <p:nvPr/>
        </p:nvCxnSpPr>
        <p:spPr>
          <a:xfrm>
            <a:off x="2642830" y="3006825"/>
            <a:ext cx="6251100" cy="6000"/>
          </a:xfrm>
          <a:prstGeom prst="straightConnector1">
            <a:avLst/>
          </a:prstGeom>
          <a:noFill/>
          <a:ln cap="flat" cmpd="sng" w="19050">
            <a:solidFill>
              <a:schemeClr val="dk1"/>
            </a:solidFill>
            <a:prstDash val="solid"/>
            <a:round/>
            <a:headEnd len="med" w="med" type="none"/>
            <a:tailEnd len="med" w="med" type="none"/>
          </a:ln>
        </p:spPr>
      </p:cxnSp>
      <p:cxnSp>
        <p:nvCxnSpPr>
          <p:cNvPr id="376" name="Google Shape;376;p50"/>
          <p:cNvCxnSpPr/>
          <p:nvPr/>
        </p:nvCxnSpPr>
        <p:spPr>
          <a:xfrm>
            <a:off x="2642830" y="4364625"/>
            <a:ext cx="6251100" cy="6000"/>
          </a:xfrm>
          <a:prstGeom prst="straightConnector1">
            <a:avLst/>
          </a:prstGeom>
          <a:noFill/>
          <a:ln cap="flat" cmpd="sng" w="19050">
            <a:solidFill>
              <a:schemeClr val="dk1"/>
            </a:solidFill>
            <a:prstDash val="solid"/>
            <a:round/>
            <a:headEnd len="med" w="med" type="none"/>
            <a:tailEnd len="med" w="med" type="none"/>
          </a:ln>
        </p:spPr>
      </p:cxnSp>
      <p:sp>
        <p:nvSpPr>
          <p:cNvPr id="377" name="Google Shape;377;p50"/>
          <p:cNvSpPr txBox="1"/>
          <p:nvPr>
            <p:ph type="title"/>
          </p:nvPr>
        </p:nvSpPr>
        <p:spPr>
          <a:xfrm>
            <a:off x="122600" y="125600"/>
            <a:ext cx="5708400" cy="5439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Font typeface="Libre Baskerville"/>
              <a:buNone/>
              <a:defRPr sz="3600"/>
            </a:lvl2pPr>
            <a:lvl3pPr lvl="2">
              <a:spcBef>
                <a:spcPts val="0"/>
              </a:spcBef>
              <a:spcAft>
                <a:spcPts val="0"/>
              </a:spcAft>
              <a:buSzPts val="3600"/>
              <a:buFont typeface="Libre Baskerville"/>
              <a:buNone/>
              <a:defRPr sz="3600"/>
            </a:lvl3pPr>
            <a:lvl4pPr lvl="3">
              <a:spcBef>
                <a:spcPts val="0"/>
              </a:spcBef>
              <a:spcAft>
                <a:spcPts val="0"/>
              </a:spcAft>
              <a:buSzPts val="3600"/>
              <a:buFont typeface="Libre Baskerville"/>
              <a:buNone/>
              <a:defRPr sz="3600"/>
            </a:lvl4pPr>
            <a:lvl5pPr lvl="4">
              <a:spcBef>
                <a:spcPts val="0"/>
              </a:spcBef>
              <a:spcAft>
                <a:spcPts val="0"/>
              </a:spcAft>
              <a:buSzPts val="3600"/>
              <a:buFont typeface="Libre Baskerville"/>
              <a:buNone/>
              <a:defRPr sz="3600"/>
            </a:lvl5pPr>
            <a:lvl6pPr lvl="5">
              <a:spcBef>
                <a:spcPts val="0"/>
              </a:spcBef>
              <a:spcAft>
                <a:spcPts val="0"/>
              </a:spcAft>
              <a:buSzPts val="3600"/>
              <a:buFont typeface="Libre Baskerville"/>
              <a:buNone/>
              <a:defRPr sz="3600"/>
            </a:lvl6pPr>
            <a:lvl7pPr lvl="6">
              <a:spcBef>
                <a:spcPts val="0"/>
              </a:spcBef>
              <a:spcAft>
                <a:spcPts val="0"/>
              </a:spcAft>
              <a:buSzPts val="3600"/>
              <a:buFont typeface="Libre Baskerville"/>
              <a:buNone/>
              <a:defRPr sz="3600"/>
            </a:lvl7pPr>
            <a:lvl8pPr lvl="7">
              <a:spcBef>
                <a:spcPts val="0"/>
              </a:spcBef>
              <a:spcAft>
                <a:spcPts val="0"/>
              </a:spcAft>
              <a:buSzPts val="3600"/>
              <a:buFont typeface="Libre Baskerville"/>
              <a:buNone/>
              <a:defRPr sz="3600"/>
            </a:lvl8pPr>
            <a:lvl9pPr lvl="8">
              <a:spcBef>
                <a:spcPts val="0"/>
              </a:spcBef>
              <a:spcAft>
                <a:spcPts val="0"/>
              </a:spcAft>
              <a:buSzPts val="3600"/>
              <a:buFont typeface="Libre Baskerville"/>
              <a:buNone/>
              <a:defRPr sz="3600"/>
            </a:lvl9pPr>
          </a:lstStyle>
          <a:p/>
        </p:txBody>
      </p:sp>
      <p:cxnSp>
        <p:nvCxnSpPr>
          <p:cNvPr id="378" name="Google Shape;378;p50"/>
          <p:cNvCxnSpPr/>
          <p:nvPr/>
        </p:nvCxnSpPr>
        <p:spPr>
          <a:xfrm>
            <a:off x="2762250" y="4827350"/>
            <a:ext cx="0" cy="316800"/>
          </a:xfrm>
          <a:prstGeom prst="straightConnector1">
            <a:avLst/>
          </a:prstGeom>
          <a:noFill/>
          <a:ln cap="flat" cmpd="sng" w="9525">
            <a:solidFill>
              <a:schemeClr val="dk1"/>
            </a:solidFill>
            <a:prstDash val="solid"/>
            <a:round/>
            <a:headEnd len="med" w="med" type="none"/>
            <a:tailEnd len="med" w="med" type="none"/>
          </a:ln>
        </p:spPr>
      </p:cxnSp>
      <p:sp>
        <p:nvSpPr>
          <p:cNvPr id="379" name="Google Shape;379;p50"/>
          <p:cNvSpPr txBox="1"/>
          <p:nvPr>
            <p:ph idx="1" type="subTitle"/>
          </p:nvPr>
        </p:nvSpPr>
        <p:spPr>
          <a:xfrm>
            <a:off x="251400" y="4827075"/>
            <a:ext cx="2205900" cy="314100"/>
          </a:xfrm>
          <a:prstGeom prst="rect">
            <a:avLst/>
          </a:prstGeom>
        </p:spPr>
        <p:txBody>
          <a:bodyPr anchorCtr="0" anchor="t" bIns="91425" lIns="91425" spcFirstLastPara="1" rIns="91425" wrap="square" tIns="91425">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380" name="Google Shape;380;p50"/>
          <p:cNvSpPr txBox="1"/>
          <p:nvPr>
            <p:ph idx="2" type="subTitle"/>
          </p:nvPr>
        </p:nvSpPr>
        <p:spPr>
          <a:xfrm>
            <a:off x="3545100" y="4829700"/>
            <a:ext cx="2053800" cy="314100"/>
          </a:xfrm>
          <a:prstGeom prst="rect">
            <a:avLst/>
          </a:prstGeom>
        </p:spPr>
        <p:txBody>
          <a:bodyPr anchorCtr="0" anchor="t" bIns="91425" lIns="91425" spcFirstLastPara="1" rIns="91425" wrap="square" tIns="91425">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381" name="Google Shape;381;p50"/>
          <p:cNvSpPr/>
          <p:nvPr>
            <p:ph idx="3" type="pic"/>
          </p:nvPr>
        </p:nvSpPr>
        <p:spPr>
          <a:xfrm>
            <a:off x="1942950" y="1369100"/>
            <a:ext cx="573900" cy="570600"/>
          </a:xfrm>
          <a:prstGeom prst="roundRect">
            <a:avLst>
              <a:gd fmla="val 16667" name="adj"/>
            </a:avLst>
          </a:prstGeom>
          <a:noFill/>
          <a:ln>
            <a:noFill/>
          </a:ln>
        </p:spPr>
      </p:sp>
      <p:sp>
        <p:nvSpPr>
          <p:cNvPr id="382" name="Google Shape;382;p50"/>
          <p:cNvSpPr txBox="1"/>
          <p:nvPr>
            <p:ph idx="4" type="title"/>
          </p:nvPr>
        </p:nvSpPr>
        <p:spPr>
          <a:xfrm>
            <a:off x="251400" y="1487175"/>
            <a:ext cx="1593900" cy="176400"/>
          </a:xfrm>
          <a:prstGeom prst="rect">
            <a:avLst/>
          </a:prstGeom>
        </p:spPr>
        <p:txBody>
          <a:bodyPr anchorCtr="0" anchor="t" bIns="0" lIns="0" spcFirstLastPara="1" rIns="0" wrap="square" tIns="0">
            <a:noAutofit/>
          </a:bodyPr>
          <a:lstStyle>
            <a:lvl1pPr lvl="0" algn="r">
              <a:spcBef>
                <a:spcPts val="0"/>
              </a:spcBef>
              <a:spcAft>
                <a:spcPts val="0"/>
              </a:spcAft>
              <a:buSzPts val="1000"/>
              <a:buNone/>
              <a:defRPr sz="1000"/>
            </a:lvl1pPr>
            <a:lvl2pPr lvl="1" algn="r">
              <a:spcBef>
                <a:spcPts val="0"/>
              </a:spcBef>
              <a:spcAft>
                <a:spcPts val="0"/>
              </a:spcAft>
              <a:buSzPts val="1000"/>
              <a:buNone/>
              <a:defRPr sz="1000"/>
            </a:lvl2pPr>
            <a:lvl3pPr lvl="2" algn="r">
              <a:spcBef>
                <a:spcPts val="0"/>
              </a:spcBef>
              <a:spcAft>
                <a:spcPts val="0"/>
              </a:spcAft>
              <a:buSzPts val="1000"/>
              <a:buNone/>
              <a:defRPr sz="1000"/>
            </a:lvl3pPr>
            <a:lvl4pPr lvl="3" algn="r">
              <a:spcBef>
                <a:spcPts val="0"/>
              </a:spcBef>
              <a:spcAft>
                <a:spcPts val="0"/>
              </a:spcAft>
              <a:buSzPts val="1000"/>
              <a:buNone/>
              <a:defRPr sz="1000"/>
            </a:lvl4pPr>
            <a:lvl5pPr lvl="4" algn="r">
              <a:spcBef>
                <a:spcPts val="0"/>
              </a:spcBef>
              <a:spcAft>
                <a:spcPts val="0"/>
              </a:spcAft>
              <a:buSzPts val="1000"/>
              <a:buNone/>
              <a:defRPr sz="1000"/>
            </a:lvl5pPr>
            <a:lvl6pPr lvl="5" algn="r">
              <a:spcBef>
                <a:spcPts val="0"/>
              </a:spcBef>
              <a:spcAft>
                <a:spcPts val="0"/>
              </a:spcAft>
              <a:buSzPts val="1000"/>
              <a:buNone/>
              <a:defRPr sz="1000"/>
            </a:lvl6pPr>
            <a:lvl7pPr lvl="6" algn="r">
              <a:spcBef>
                <a:spcPts val="0"/>
              </a:spcBef>
              <a:spcAft>
                <a:spcPts val="0"/>
              </a:spcAft>
              <a:buSzPts val="1000"/>
              <a:buNone/>
              <a:defRPr sz="1000"/>
            </a:lvl7pPr>
            <a:lvl8pPr lvl="7" algn="r">
              <a:spcBef>
                <a:spcPts val="0"/>
              </a:spcBef>
              <a:spcAft>
                <a:spcPts val="0"/>
              </a:spcAft>
              <a:buSzPts val="1000"/>
              <a:buNone/>
              <a:defRPr sz="1000"/>
            </a:lvl8pPr>
            <a:lvl9pPr lvl="8" algn="r">
              <a:spcBef>
                <a:spcPts val="0"/>
              </a:spcBef>
              <a:spcAft>
                <a:spcPts val="0"/>
              </a:spcAft>
              <a:buSzPts val="1000"/>
              <a:buNone/>
              <a:defRPr sz="1000"/>
            </a:lvl9pPr>
          </a:lstStyle>
          <a:p/>
        </p:txBody>
      </p:sp>
      <p:sp>
        <p:nvSpPr>
          <p:cNvPr id="383" name="Google Shape;383;p50"/>
          <p:cNvSpPr txBox="1"/>
          <p:nvPr>
            <p:ph idx="5" type="subTitle"/>
          </p:nvPr>
        </p:nvSpPr>
        <p:spPr>
          <a:xfrm>
            <a:off x="251509" y="1663525"/>
            <a:ext cx="1593900" cy="158100"/>
          </a:xfrm>
          <a:prstGeom prst="rect">
            <a:avLst/>
          </a:prstGeom>
        </p:spPr>
        <p:txBody>
          <a:bodyPr anchorCtr="0" anchor="t" bIns="0" lIns="0" spcFirstLastPara="1" rIns="0" wrap="square" tIns="0">
            <a:noAutofit/>
          </a:bodyPr>
          <a:lstStyle>
            <a:lvl1pPr lvl="0" algn="r">
              <a:spcBef>
                <a:spcPts val="0"/>
              </a:spcBef>
              <a:spcAft>
                <a:spcPts val="0"/>
              </a:spcAft>
              <a:buSzPts val="800"/>
              <a:buNone/>
              <a:defRPr sz="800"/>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p:txBody>
      </p:sp>
      <p:sp>
        <p:nvSpPr>
          <p:cNvPr id="384" name="Google Shape;384;p50"/>
          <p:cNvSpPr/>
          <p:nvPr>
            <p:ph idx="6" type="pic"/>
          </p:nvPr>
        </p:nvSpPr>
        <p:spPr>
          <a:xfrm>
            <a:off x="1943050" y="3402238"/>
            <a:ext cx="573900" cy="570600"/>
          </a:xfrm>
          <a:prstGeom prst="roundRect">
            <a:avLst>
              <a:gd fmla="val 16667" name="adj"/>
            </a:avLst>
          </a:prstGeom>
          <a:noFill/>
          <a:ln>
            <a:noFill/>
          </a:ln>
        </p:spPr>
      </p:sp>
      <p:sp>
        <p:nvSpPr>
          <p:cNvPr id="385" name="Google Shape;385;p50"/>
          <p:cNvSpPr txBox="1"/>
          <p:nvPr>
            <p:ph idx="7" type="title"/>
          </p:nvPr>
        </p:nvSpPr>
        <p:spPr>
          <a:xfrm>
            <a:off x="251500" y="2163700"/>
            <a:ext cx="1593900" cy="176400"/>
          </a:xfrm>
          <a:prstGeom prst="rect">
            <a:avLst/>
          </a:prstGeom>
        </p:spPr>
        <p:txBody>
          <a:bodyPr anchorCtr="0" anchor="t" bIns="0" lIns="0" spcFirstLastPara="1" rIns="0" wrap="square" tIns="0">
            <a:noAutofit/>
          </a:bodyPr>
          <a:lstStyle>
            <a:lvl1pPr lvl="0" algn="r">
              <a:spcBef>
                <a:spcPts val="0"/>
              </a:spcBef>
              <a:spcAft>
                <a:spcPts val="0"/>
              </a:spcAft>
              <a:buSzPts val="1000"/>
              <a:buNone/>
              <a:defRPr sz="1000"/>
            </a:lvl1pPr>
            <a:lvl2pPr lvl="1" algn="r">
              <a:spcBef>
                <a:spcPts val="0"/>
              </a:spcBef>
              <a:spcAft>
                <a:spcPts val="0"/>
              </a:spcAft>
              <a:buSzPts val="1000"/>
              <a:buNone/>
              <a:defRPr sz="1000"/>
            </a:lvl2pPr>
            <a:lvl3pPr lvl="2" algn="r">
              <a:spcBef>
                <a:spcPts val="0"/>
              </a:spcBef>
              <a:spcAft>
                <a:spcPts val="0"/>
              </a:spcAft>
              <a:buSzPts val="1000"/>
              <a:buNone/>
              <a:defRPr sz="1000"/>
            </a:lvl3pPr>
            <a:lvl4pPr lvl="3" algn="r">
              <a:spcBef>
                <a:spcPts val="0"/>
              </a:spcBef>
              <a:spcAft>
                <a:spcPts val="0"/>
              </a:spcAft>
              <a:buSzPts val="1000"/>
              <a:buNone/>
              <a:defRPr sz="1000"/>
            </a:lvl4pPr>
            <a:lvl5pPr lvl="4" algn="r">
              <a:spcBef>
                <a:spcPts val="0"/>
              </a:spcBef>
              <a:spcAft>
                <a:spcPts val="0"/>
              </a:spcAft>
              <a:buSzPts val="1000"/>
              <a:buNone/>
              <a:defRPr sz="1000"/>
            </a:lvl5pPr>
            <a:lvl6pPr lvl="5" algn="r">
              <a:spcBef>
                <a:spcPts val="0"/>
              </a:spcBef>
              <a:spcAft>
                <a:spcPts val="0"/>
              </a:spcAft>
              <a:buSzPts val="1000"/>
              <a:buNone/>
              <a:defRPr sz="1000"/>
            </a:lvl6pPr>
            <a:lvl7pPr lvl="6" algn="r">
              <a:spcBef>
                <a:spcPts val="0"/>
              </a:spcBef>
              <a:spcAft>
                <a:spcPts val="0"/>
              </a:spcAft>
              <a:buSzPts val="1000"/>
              <a:buNone/>
              <a:defRPr sz="1000"/>
            </a:lvl7pPr>
            <a:lvl8pPr lvl="7" algn="r">
              <a:spcBef>
                <a:spcPts val="0"/>
              </a:spcBef>
              <a:spcAft>
                <a:spcPts val="0"/>
              </a:spcAft>
              <a:buSzPts val="1000"/>
              <a:buNone/>
              <a:defRPr sz="1000"/>
            </a:lvl8pPr>
            <a:lvl9pPr lvl="8" algn="r">
              <a:spcBef>
                <a:spcPts val="0"/>
              </a:spcBef>
              <a:spcAft>
                <a:spcPts val="0"/>
              </a:spcAft>
              <a:buSzPts val="1000"/>
              <a:buNone/>
              <a:defRPr sz="1000"/>
            </a:lvl9pPr>
          </a:lstStyle>
          <a:p/>
        </p:txBody>
      </p:sp>
      <p:sp>
        <p:nvSpPr>
          <p:cNvPr id="386" name="Google Shape;386;p50"/>
          <p:cNvSpPr txBox="1"/>
          <p:nvPr>
            <p:ph idx="8" type="subTitle"/>
          </p:nvPr>
        </p:nvSpPr>
        <p:spPr>
          <a:xfrm>
            <a:off x="251609" y="2340050"/>
            <a:ext cx="1593900" cy="158100"/>
          </a:xfrm>
          <a:prstGeom prst="rect">
            <a:avLst/>
          </a:prstGeom>
        </p:spPr>
        <p:txBody>
          <a:bodyPr anchorCtr="0" anchor="t" bIns="0" lIns="0" spcFirstLastPara="1" rIns="0" wrap="square" tIns="0">
            <a:noAutofit/>
          </a:bodyPr>
          <a:lstStyle>
            <a:lvl1pPr lvl="0" algn="r">
              <a:spcBef>
                <a:spcPts val="0"/>
              </a:spcBef>
              <a:spcAft>
                <a:spcPts val="0"/>
              </a:spcAft>
              <a:buSzPts val="800"/>
              <a:buNone/>
              <a:defRPr sz="800"/>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p:txBody>
      </p:sp>
      <p:sp>
        <p:nvSpPr>
          <p:cNvPr id="387" name="Google Shape;387;p50"/>
          <p:cNvSpPr/>
          <p:nvPr>
            <p:ph idx="9" type="pic"/>
          </p:nvPr>
        </p:nvSpPr>
        <p:spPr>
          <a:xfrm>
            <a:off x="1942950" y="2724525"/>
            <a:ext cx="573900" cy="570600"/>
          </a:xfrm>
          <a:prstGeom prst="roundRect">
            <a:avLst>
              <a:gd fmla="val 16667" name="adj"/>
            </a:avLst>
          </a:prstGeom>
          <a:noFill/>
          <a:ln>
            <a:noFill/>
          </a:ln>
        </p:spPr>
      </p:sp>
      <p:sp>
        <p:nvSpPr>
          <p:cNvPr id="388" name="Google Shape;388;p50"/>
          <p:cNvSpPr txBox="1"/>
          <p:nvPr>
            <p:ph idx="13" type="title"/>
          </p:nvPr>
        </p:nvSpPr>
        <p:spPr>
          <a:xfrm>
            <a:off x="251400" y="2842600"/>
            <a:ext cx="1593900" cy="176400"/>
          </a:xfrm>
          <a:prstGeom prst="rect">
            <a:avLst/>
          </a:prstGeom>
        </p:spPr>
        <p:txBody>
          <a:bodyPr anchorCtr="0" anchor="t" bIns="0" lIns="0" spcFirstLastPara="1" rIns="0" wrap="square" tIns="0">
            <a:noAutofit/>
          </a:bodyPr>
          <a:lstStyle>
            <a:lvl1pPr lvl="0" algn="r">
              <a:spcBef>
                <a:spcPts val="0"/>
              </a:spcBef>
              <a:spcAft>
                <a:spcPts val="0"/>
              </a:spcAft>
              <a:buSzPts val="1000"/>
              <a:buNone/>
              <a:defRPr sz="1000"/>
            </a:lvl1pPr>
            <a:lvl2pPr lvl="1" algn="r">
              <a:spcBef>
                <a:spcPts val="0"/>
              </a:spcBef>
              <a:spcAft>
                <a:spcPts val="0"/>
              </a:spcAft>
              <a:buSzPts val="1000"/>
              <a:buNone/>
              <a:defRPr sz="1000"/>
            </a:lvl2pPr>
            <a:lvl3pPr lvl="2" algn="r">
              <a:spcBef>
                <a:spcPts val="0"/>
              </a:spcBef>
              <a:spcAft>
                <a:spcPts val="0"/>
              </a:spcAft>
              <a:buSzPts val="1000"/>
              <a:buNone/>
              <a:defRPr sz="1000"/>
            </a:lvl3pPr>
            <a:lvl4pPr lvl="3" algn="r">
              <a:spcBef>
                <a:spcPts val="0"/>
              </a:spcBef>
              <a:spcAft>
                <a:spcPts val="0"/>
              </a:spcAft>
              <a:buSzPts val="1000"/>
              <a:buNone/>
              <a:defRPr sz="1000"/>
            </a:lvl4pPr>
            <a:lvl5pPr lvl="4" algn="r">
              <a:spcBef>
                <a:spcPts val="0"/>
              </a:spcBef>
              <a:spcAft>
                <a:spcPts val="0"/>
              </a:spcAft>
              <a:buSzPts val="1000"/>
              <a:buNone/>
              <a:defRPr sz="1000"/>
            </a:lvl5pPr>
            <a:lvl6pPr lvl="5" algn="r">
              <a:spcBef>
                <a:spcPts val="0"/>
              </a:spcBef>
              <a:spcAft>
                <a:spcPts val="0"/>
              </a:spcAft>
              <a:buSzPts val="1000"/>
              <a:buNone/>
              <a:defRPr sz="1000"/>
            </a:lvl6pPr>
            <a:lvl7pPr lvl="6" algn="r">
              <a:spcBef>
                <a:spcPts val="0"/>
              </a:spcBef>
              <a:spcAft>
                <a:spcPts val="0"/>
              </a:spcAft>
              <a:buSzPts val="1000"/>
              <a:buNone/>
              <a:defRPr sz="1000"/>
            </a:lvl7pPr>
            <a:lvl8pPr lvl="7" algn="r">
              <a:spcBef>
                <a:spcPts val="0"/>
              </a:spcBef>
              <a:spcAft>
                <a:spcPts val="0"/>
              </a:spcAft>
              <a:buSzPts val="1000"/>
              <a:buNone/>
              <a:defRPr sz="1000"/>
            </a:lvl8pPr>
            <a:lvl9pPr lvl="8" algn="r">
              <a:spcBef>
                <a:spcPts val="0"/>
              </a:spcBef>
              <a:spcAft>
                <a:spcPts val="0"/>
              </a:spcAft>
              <a:buSzPts val="1000"/>
              <a:buNone/>
              <a:defRPr sz="1000"/>
            </a:lvl9pPr>
          </a:lstStyle>
          <a:p/>
        </p:txBody>
      </p:sp>
      <p:sp>
        <p:nvSpPr>
          <p:cNvPr id="389" name="Google Shape;389;p50"/>
          <p:cNvSpPr txBox="1"/>
          <p:nvPr>
            <p:ph idx="14" type="subTitle"/>
          </p:nvPr>
        </p:nvSpPr>
        <p:spPr>
          <a:xfrm>
            <a:off x="251509" y="3018950"/>
            <a:ext cx="1593900" cy="158100"/>
          </a:xfrm>
          <a:prstGeom prst="rect">
            <a:avLst/>
          </a:prstGeom>
        </p:spPr>
        <p:txBody>
          <a:bodyPr anchorCtr="0" anchor="t" bIns="0" lIns="0" spcFirstLastPara="1" rIns="0" wrap="square" tIns="0">
            <a:noAutofit/>
          </a:bodyPr>
          <a:lstStyle>
            <a:lvl1pPr lvl="0" algn="r">
              <a:spcBef>
                <a:spcPts val="0"/>
              </a:spcBef>
              <a:spcAft>
                <a:spcPts val="0"/>
              </a:spcAft>
              <a:buSzPts val="800"/>
              <a:buNone/>
              <a:defRPr sz="800"/>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p:txBody>
      </p:sp>
      <p:sp>
        <p:nvSpPr>
          <p:cNvPr id="390" name="Google Shape;390;p50"/>
          <p:cNvSpPr/>
          <p:nvPr>
            <p:ph idx="15" type="pic"/>
          </p:nvPr>
        </p:nvSpPr>
        <p:spPr>
          <a:xfrm>
            <a:off x="1942950" y="2046800"/>
            <a:ext cx="573900" cy="570600"/>
          </a:xfrm>
          <a:prstGeom prst="roundRect">
            <a:avLst>
              <a:gd fmla="val 16667" name="adj"/>
            </a:avLst>
          </a:prstGeom>
          <a:noFill/>
          <a:ln>
            <a:noFill/>
          </a:ln>
        </p:spPr>
      </p:sp>
      <p:sp>
        <p:nvSpPr>
          <p:cNvPr id="391" name="Google Shape;391;p50"/>
          <p:cNvSpPr txBox="1"/>
          <p:nvPr>
            <p:ph idx="16" type="title"/>
          </p:nvPr>
        </p:nvSpPr>
        <p:spPr>
          <a:xfrm>
            <a:off x="251400" y="3520313"/>
            <a:ext cx="1593900" cy="176400"/>
          </a:xfrm>
          <a:prstGeom prst="rect">
            <a:avLst/>
          </a:prstGeom>
        </p:spPr>
        <p:txBody>
          <a:bodyPr anchorCtr="0" anchor="t" bIns="0" lIns="0" spcFirstLastPara="1" rIns="0" wrap="square" tIns="0">
            <a:noAutofit/>
          </a:bodyPr>
          <a:lstStyle>
            <a:lvl1pPr lvl="0" algn="r">
              <a:spcBef>
                <a:spcPts val="0"/>
              </a:spcBef>
              <a:spcAft>
                <a:spcPts val="0"/>
              </a:spcAft>
              <a:buSzPts val="1000"/>
              <a:buNone/>
              <a:defRPr sz="1000"/>
            </a:lvl1pPr>
            <a:lvl2pPr lvl="1" algn="r">
              <a:spcBef>
                <a:spcPts val="0"/>
              </a:spcBef>
              <a:spcAft>
                <a:spcPts val="0"/>
              </a:spcAft>
              <a:buSzPts val="1000"/>
              <a:buNone/>
              <a:defRPr sz="1000"/>
            </a:lvl2pPr>
            <a:lvl3pPr lvl="2" algn="r">
              <a:spcBef>
                <a:spcPts val="0"/>
              </a:spcBef>
              <a:spcAft>
                <a:spcPts val="0"/>
              </a:spcAft>
              <a:buSzPts val="1000"/>
              <a:buNone/>
              <a:defRPr sz="1000"/>
            </a:lvl3pPr>
            <a:lvl4pPr lvl="3" algn="r">
              <a:spcBef>
                <a:spcPts val="0"/>
              </a:spcBef>
              <a:spcAft>
                <a:spcPts val="0"/>
              </a:spcAft>
              <a:buSzPts val="1000"/>
              <a:buNone/>
              <a:defRPr sz="1000"/>
            </a:lvl4pPr>
            <a:lvl5pPr lvl="4" algn="r">
              <a:spcBef>
                <a:spcPts val="0"/>
              </a:spcBef>
              <a:spcAft>
                <a:spcPts val="0"/>
              </a:spcAft>
              <a:buSzPts val="1000"/>
              <a:buNone/>
              <a:defRPr sz="1000"/>
            </a:lvl5pPr>
            <a:lvl6pPr lvl="5" algn="r">
              <a:spcBef>
                <a:spcPts val="0"/>
              </a:spcBef>
              <a:spcAft>
                <a:spcPts val="0"/>
              </a:spcAft>
              <a:buSzPts val="1000"/>
              <a:buNone/>
              <a:defRPr sz="1000"/>
            </a:lvl6pPr>
            <a:lvl7pPr lvl="6" algn="r">
              <a:spcBef>
                <a:spcPts val="0"/>
              </a:spcBef>
              <a:spcAft>
                <a:spcPts val="0"/>
              </a:spcAft>
              <a:buSzPts val="1000"/>
              <a:buNone/>
              <a:defRPr sz="1000"/>
            </a:lvl7pPr>
            <a:lvl8pPr lvl="7" algn="r">
              <a:spcBef>
                <a:spcPts val="0"/>
              </a:spcBef>
              <a:spcAft>
                <a:spcPts val="0"/>
              </a:spcAft>
              <a:buSzPts val="1000"/>
              <a:buNone/>
              <a:defRPr sz="1000"/>
            </a:lvl8pPr>
            <a:lvl9pPr lvl="8" algn="r">
              <a:spcBef>
                <a:spcPts val="0"/>
              </a:spcBef>
              <a:spcAft>
                <a:spcPts val="0"/>
              </a:spcAft>
              <a:buSzPts val="1000"/>
              <a:buNone/>
              <a:defRPr sz="1000"/>
            </a:lvl9pPr>
          </a:lstStyle>
          <a:p/>
        </p:txBody>
      </p:sp>
      <p:sp>
        <p:nvSpPr>
          <p:cNvPr id="392" name="Google Shape;392;p50"/>
          <p:cNvSpPr txBox="1"/>
          <p:nvPr>
            <p:ph idx="17" type="subTitle"/>
          </p:nvPr>
        </p:nvSpPr>
        <p:spPr>
          <a:xfrm>
            <a:off x="251509" y="3696663"/>
            <a:ext cx="1593900" cy="158100"/>
          </a:xfrm>
          <a:prstGeom prst="rect">
            <a:avLst/>
          </a:prstGeom>
        </p:spPr>
        <p:txBody>
          <a:bodyPr anchorCtr="0" anchor="t" bIns="0" lIns="0" spcFirstLastPara="1" rIns="0" wrap="square" tIns="0">
            <a:noAutofit/>
          </a:bodyPr>
          <a:lstStyle>
            <a:lvl1pPr lvl="0" algn="r">
              <a:spcBef>
                <a:spcPts val="0"/>
              </a:spcBef>
              <a:spcAft>
                <a:spcPts val="0"/>
              </a:spcAft>
              <a:buSzPts val="800"/>
              <a:buNone/>
              <a:defRPr sz="800"/>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p:txBody>
      </p:sp>
      <p:sp>
        <p:nvSpPr>
          <p:cNvPr id="393" name="Google Shape;393;p50"/>
          <p:cNvSpPr/>
          <p:nvPr>
            <p:ph idx="18" type="pic"/>
          </p:nvPr>
        </p:nvSpPr>
        <p:spPr>
          <a:xfrm>
            <a:off x="1942950" y="4079938"/>
            <a:ext cx="573900" cy="570600"/>
          </a:xfrm>
          <a:prstGeom prst="roundRect">
            <a:avLst>
              <a:gd fmla="val 16667" name="adj"/>
            </a:avLst>
          </a:prstGeom>
          <a:noFill/>
          <a:ln>
            <a:noFill/>
          </a:ln>
        </p:spPr>
      </p:sp>
      <p:sp>
        <p:nvSpPr>
          <p:cNvPr id="394" name="Google Shape;394;p50"/>
          <p:cNvSpPr txBox="1"/>
          <p:nvPr>
            <p:ph idx="19" type="title"/>
          </p:nvPr>
        </p:nvSpPr>
        <p:spPr>
          <a:xfrm>
            <a:off x="251400" y="4198013"/>
            <a:ext cx="1593900" cy="176400"/>
          </a:xfrm>
          <a:prstGeom prst="rect">
            <a:avLst/>
          </a:prstGeom>
        </p:spPr>
        <p:txBody>
          <a:bodyPr anchorCtr="0" anchor="t" bIns="0" lIns="0" spcFirstLastPara="1" rIns="0" wrap="square" tIns="0">
            <a:noAutofit/>
          </a:bodyPr>
          <a:lstStyle>
            <a:lvl1pPr lvl="0" algn="r">
              <a:spcBef>
                <a:spcPts val="0"/>
              </a:spcBef>
              <a:spcAft>
                <a:spcPts val="0"/>
              </a:spcAft>
              <a:buSzPts val="1000"/>
              <a:buNone/>
              <a:defRPr sz="1000"/>
            </a:lvl1pPr>
            <a:lvl2pPr lvl="1" algn="r">
              <a:spcBef>
                <a:spcPts val="0"/>
              </a:spcBef>
              <a:spcAft>
                <a:spcPts val="0"/>
              </a:spcAft>
              <a:buSzPts val="1000"/>
              <a:buNone/>
              <a:defRPr sz="1000"/>
            </a:lvl2pPr>
            <a:lvl3pPr lvl="2" algn="r">
              <a:spcBef>
                <a:spcPts val="0"/>
              </a:spcBef>
              <a:spcAft>
                <a:spcPts val="0"/>
              </a:spcAft>
              <a:buSzPts val="1000"/>
              <a:buNone/>
              <a:defRPr sz="1000"/>
            </a:lvl3pPr>
            <a:lvl4pPr lvl="3" algn="r">
              <a:spcBef>
                <a:spcPts val="0"/>
              </a:spcBef>
              <a:spcAft>
                <a:spcPts val="0"/>
              </a:spcAft>
              <a:buSzPts val="1000"/>
              <a:buNone/>
              <a:defRPr sz="1000"/>
            </a:lvl4pPr>
            <a:lvl5pPr lvl="4" algn="r">
              <a:spcBef>
                <a:spcPts val="0"/>
              </a:spcBef>
              <a:spcAft>
                <a:spcPts val="0"/>
              </a:spcAft>
              <a:buSzPts val="1000"/>
              <a:buNone/>
              <a:defRPr sz="1000"/>
            </a:lvl5pPr>
            <a:lvl6pPr lvl="5" algn="r">
              <a:spcBef>
                <a:spcPts val="0"/>
              </a:spcBef>
              <a:spcAft>
                <a:spcPts val="0"/>
              </a:spcAft>
              <a:buSzPts val="1000"/>
              <a:buNone/>
              <a:defRPr sz="1000"/>
            </a:lvl6pPr>
            <a:lvl7pPr lvl="6" algn="r">
              <a:spcBef>
                <a:spcPts val="0"/>
              </a:spcBef>
              <a:spcAft>
                <a:spcPts val="0"/>
              </a:spcAft>
              <a:buSzPts val="1000"/>
              <a:buNone/>
              <a:defRPr sz="1000"/>
            </a:lvl7pPr>
            <a:lvl8pPr lvl="7" algn="r">
              <a:spcBef>
                <a:spcPts val="0"/>
              </a:spcBef>
              <a:spcAft>
                <a:spcPts val="0"/>
              </a:spcAft>
              <a:buSzPts val="1000"/>
              <a:buNone/>
              <a:defRPr sz="1000"/>
            </a:lvl8pPr>
            <a:lvl9pPr lvl="8" algn="r">
              <a:spcBef>
                <a:spcPts val="0"/>
              </a:spcBef>
              <a:spcAft>
                <a:spcPts val="0"/>
              </a:spcAft>
              <a:buSzPts val="1000"/>
              <a:buNone/>
              <a:defRPr sz="1000"/>
            </a:lvl9pPr>
          </a:lstStyle>
          <a:p/>
        </p:txBody>
      </p:sp>
      <p:sp>
        <p:nvSpPr>
          <p:cNvPr id="395" name="Google Shape;395;p50"/>
          <p:cNvSpPr txBox="1"/>
          <p:nvPr>
            <p:ph idx="20" type="subTitle"/>
          </p:nvPr>
        </p:nvSpPr>
        <p:spPr>
          <a:xfrm>
            <a:off x="251509" y="4374363"/>
            <a:ext cx="1593900" cy="158100"/>
          </a:xfrm>
          <a:prstGeom prst="rect">
            <a:avLst/>
          </a:prstGeom>
        </p:spPr>
        <p:txBody>
          <a:bodyPr anchorCtr="0" anchor="t" bIns="0" lIns="0" spcFirstLastPara="1" rIns="0" wrap="square" tIns="0">
            <a:noAutofit/>
          </a:bodyPr>
          <a:lstStyle>
            <a:lvl1pPr lvl="0" algn="r">
              <a:spcBef>
                <a:spcPts val="0"/>
              </a:spcBef>
              <a:spcAft>
                <a:spcPts val="0"/>
              </a:spcAft>
              <a:buSzPts val="800"/>
              <a:buNone/>
              <a:defRPr sz="800"/>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p:txBody>
      </p:sp>
      <p:sp>
        <p:nvSpPr>
          <p:cNvPr id="396" name="Google Shape;396;p50"/>
          <p:cNvSpPr txBox="1"/>
          <p:nvPr/>
        </p:nvSpPr>
        <p:spPr>
          <a:xfrm>
            <a:off x="251821" y="882063"/>
            <a:ext cx="1432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1"/>
                </a:solidFill>
                <a:latin typeface="Roboto Medium"/>
                <a:ea typeface="Roboto Medium"/>
                <a:cs typeface="Roboto Medium"/>
                <a:sym typeface="Roboto Medium"/>
              </a:rPr>
              <a:t>Role</a:t>
            </a:r>
            <a:endParaRPr sz="1000">
              <a:solidFill>
                <a:schemeClr val="lt1"/>
              </a:solidFill>
              <a:latin typeface="Roboto Medium"/>
              <a:ea typeface="Roboto Medium"/>
              <a:cs typeface="Roboto Medium"/>
              <a:sym typeface="Roboto Medium"/>
            </a:endParaRPr>
          </a:p>
        </p:txBody>
      </p:sp>
      <p:sp>
        <p:nvSpPr>
          <p:cNvPr id="397" name="Google Shape;397;p50"/>
          <p:cNvSpPr txBox="1"/>
          <p:nvPr>
            <p:ph idx="21" type="subTitle"/>
          </p:nvPr>
        </p:nvSpPr>
        <p:spPr>
          <a:xfrm>
            <a:off x="2642750" y="845050"/>
            <a:ext cx="2084700" cy="396300"/>
          </a:xfrm>
          <a:prstGeom prst="rect">
            <a:avLst/>
          </a:prstGeom>
        </p:spPr>
        <p:txBody>
          <a:bodyPr anchorCtr="0" anchor="ctr" bIns="91425" lIns="91425" spcFirstLastPara="1" rIns="91425" wrap="square" tIns="91425">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398" name="Google Shape;398;p50"/>
          <p:cNvSpPr txBox="1"/>
          <p:nvPr>
            <p:ph idx="22" type="subTitle"/>
          </p:nvPr>
        </p:nvSpPr>
        <p:spPr>
          <a:xfrm>
            <a:off x="4727700" y="845050"/>
            <a:ext cx="2084700" cy="396300"/>
          </a:xfrm>
          <a:prstGeom prst="rect">
            <a:avLst/>
          </a:prstGeom>
        </p:spPr>
        <p:txBody>
          <a:bodyPr anchorCtr="0" anchor="ctr" bIns="91425" lIns="91425" spcFirstLastPara="1" rIns="91425" wrap="square" tIns="91425">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399" name="Google Shape;399;p50"/>
          <p:cNvSpPr txBox="1"/>
          <p:nvPr>
            <p:ph idx="23" type="subTitle"/>
          </p:nvPr>
        </p:nvSpPr>
        <p:spPr>
          <a:xfrm>
            <a:off x="6810250" y="845050"/>
            <a:ext cx="2084700" cy="396300"/>
          </a:xfrm>
          <a:prstGeom prst="rect">
            <a:avLst/>
          </a:prstGeom>
        </p:spPr>
        <p:txBody>
          <a:bodyPr anchorCtr="0" anchor="ctr" bIns="91425" lIns="91425" spcFirstLastPara="1" rIns="91425" wrap="square" tIns="91425">
            <a:noAutofit/>
          </a:bodyPr>
          <a:lstStyle>
            <a:lvl1pPr lvl="0">
              <a:spcBef>
                <a:spcPts val="0"/>
              </a:spcBef>
              <a:spcAft>
                <a:spcPts val="0"/>
              </a:spcAft>
              <a:buSzPts val="1000"/>
              <a:buNone/>
              <a:defRPr/>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cxnSp>
        <p:nvCxnSpPr>
          <p:cNvPr id="400" name="Google Shape;400;p50"/>
          <p:cNvCxnSpPr/>
          <p:nvPr/>
        </p:nvCxnSpPr>
        <p:spPr>
          <a:xfrm>
            <a:off x="251600" y="1244250"/>
            <a:ext cx="8642100" cy="0"/>
          </a:xfrm>
          <a:prstGeom prst="straightConnector1">
            <a:avLst/>
          </a:prstGeom>
          <a:noFill/>
          <a:ln cap="flat" cmpd="sng" w="19050">
            <a:solidFill>
              <a:schemeClr val="dk1"/>
            </a:solidFill>
            <a:prstDash val="solid"/>
            <a:round/>
            <a:headEnd len="med" w="med" type="none"/>
            <a:tailEnd len="med" w="med" type="none"/>
          </a:ln>
        </p:spPr>
      </p:cxnSp>
      <p:sp>
        <p:nvSpPr>
          <p:cNvPr id="401" name="Google Shape;401;p50"/>
          <p:cNvSpPr txBox="1"/>
          <p:nvPr>
            <p:ph idx="24" type="subTitle"/>
          </p:nvPr>
        </p:nvSpPr>
        <p:spPr>
          <a:xfrm>
            <a:off x="251400" y="847950"/>
            <a:ext cx="2391300" cy="396300"/>
          </a:xfrm>
          <a:prstGeom prst="rect">
            <a:avLst/>
          </a:prstGeom>
          <a:solidFill>
            <a:schemeClr val="dk1"/>
          </a:solidFill>
        </p:spPr>
        <p:txBody>
          <a:bodyPr anchorCtr="0" anchor="ctr" bIns="91425" lIns="91425" spcFirstLastPara="1" rIns="91425" wrap="square" tIns="91425">
            <a:noAutofit/>
          </a:bodyPr>
          <a:lstStyle>
            <a:lvl1pPr lvl="0">
              <a:spcBef>
                <a:spcPts val="0"/>
              </a:spcBef>
              <a:spcAft>
                <a:spcPts val="0"/>
              </a:spcAft>
              <a:buClr>
                <a:schemeClr val="lt1"/>
              </a:buClr>
              <a:buSzPts val="1000"/>
              <a:buNone/>
              <a:defRPr>
                <a:solidFill>
                  <a:schemeClr val="lt1"/>
                </a:solidFill>
              </a:defRPr>
            </a:lvl1pPr>
            <a:lvl2pPr lvl="1">
              <a:spcBef>
                <a:spcPts val="0"/>
              </a:spcBef>
              <a:spcAft>
                <a:spcPts val="0"/>
              </a:spcAft>
              <a:buClr>
                <a:schemeClr val="lt1"/>
              </a:buClr>
              <a:buSzPts val="1000"/>
              <a:buNone/>
              <a:defRPr>
                <a:solidFill>
                  <a:schemeClr val="lt1"/>
                </a:solidFill>
              </a:defRPr>
            </a:lvl2pPr>
            <a:lvl3pPr lvl="2">
              <a:spcBef>
                <a:spcPts val="0"/>
              </a:spcBef>
              <a:spcAft>
                <a:spcPts val="0"/>
              </a:spcAft>
              <a:buClr>
                <a:schemeClr val="lt1"/>
              </a:buClr>
              <a:buSzPts val="1000"/>
              <a:buNone/>
              <a:defRPr>
                <a:solidFill>
                  <a:schemeClr val="lt1"/>
                </a:solidFill>
              </a:defRPr>
            </a:lvl3pPr>
            <a:lvl4pPr lvl="3">
              <a:spcBef>
                <a:spcPts val="0"/>
              </a:spcBef>
              <a:spcAft>
                <a:spcPts val="0"/>
              </a:spcAft>
              <a:buClr>
                <a:schemeClr val="lt1"/>
              </a:buClr>
              <a:buSzPts val="1000"/>
              <a:buNone/>
              <a:defRPr>
                <a:solidFill>
                  <a:schemeClr val="lt1"/>
                </a:solidFill>
              </a:defRPr>
            </a:lvl4pPr>
            <a:lvl5pPr lvl="4">
              <a:spcBef>
                <a:spcPts val="0"/>
              </a:spcBef>
              <a:spcAft>
                <a:spcPts val="0"/>
              </a:spcAft>
              <a:buClr>
                <a:schemeClr val="lt1"/>
              </a:buClr>
              <a:buSzPts val="1000"/>
              <a:buNone/>
              <a:defRPr>
                <a:solidFill>
                  <a:schemeClr val="lt1"/>
                </a:solidFill>
              </a:defRPr>
            </a:lvl5pPr>
            <a:lvl6pPr lvl="5">
              <a:spcBef>
                <a:spcPts val="0"/>
              </a:spcBef>
              <a:spcAft>
                <a:spcPts val="0"/>
              </a:spcAft>
              <a:buClr>
                <a:schemeClr val="lt1"/>
              </a:buClr>
              <a:buSzPts val="1000"/>
              <a:buNone/>
              <a:defRPr>
                <a:solidFill>
                  <a:schemeClr val="lt1"/>
                </a:solidFill>
              </a:defRPr>
            </a:lvl6pPr>
            <a:lvl7pPr lvl="6">
              <a:spcBef>
                <a:spcPts val="0"/>
              </a:spcBef>
              <a:spcAft>
                <a:spcPts val="0"/>
              </a:spcAft>
              <a:buClr>
                <a:schemeClr val="lt1"/>
              </a:buClr>
              <a:buSzPts val="1000"/>
              <a:buNone/>
              <a:defRPr>
                <a:solidFill>
                  <a:schemeClr val="lt1"/>
                </a:solidFill>
              </a:defRPr>
            </a:lvl7pPr>
            <a:lvl8pPr lvl="7">
              <a:spcBef>
                <a:spcPts val="0"/>
              </a:spcBef>
              <a:spcAft>
                <a:spcPts val="0"/>
              </a:spcAft>
              <a:buClr>
                <a:schemeClr val="lt1"/>
              </a:buClr>
              <a:buSzPts val="1000"/>
              <a:buNone/>
              <a:defRPr>
                <a:solidFill>
                  <a:schemeClr val="lt1"/>
                </a:solidFill>
              </a:defRPr>
            </a:lvl8pPr>
            <a:lvl9pPr lvl="8">
              <a:spcBef>
                <a:spcPts val="0"/>
              </a:spcBef>
              <a:spcAft>
                <a:spcPts val="0"/>
              </a:spcAft>
              <a:buClr>
                <a:schemeClr val="lt1"/>
              </a:buClr>
              <a:buSzPts val="1000"/>
              <a:buNone/>
              <a:defRPr>
                <a:solidFill>
                  <a:schemeClr val="lt1"/>
                </a:solidFill>
              </a:defRPr>
            </a:lvl9pPr>
          </a:lstStyle>
          <a:p/>
        </p:txBody>
      </p:sp>
      <p:cxnSp>
        <p:nvCxnSpPr>
          <p:cNvPr id="402" name="Google Shape;402;p50"/>
          <p:cNvCxnSpPr/>
          <p:nvPr/>
        </p:nvCxnSpPr>
        <p:spPr>
          <a:xfrm>
            <a:off x="4726475" y="845038"/>
            <a:ext cx="0" cy="392700"/>
          </a:xfrm>
          <a:prstGeom prst="straightConnector1">
            <a:avLst/>
          </a:prstGeom>
          <a:noFill/>
          <a:ln cap="flat" cmpd="sng" w="19050">
            <a:solidFill>
              <a:schemeClr val="dk1"/>
            </a:solidFill>
            <a:prstDash val="solid"/>
            <a:round/>
            <a:headEnd len="med" w="med" type="none"/>
            <a:tailEnd len="med" w="med" type="none"/>
          </a:ln>
        </p:spPr>
      </p:cxnSp>
      <p:cxnSp>
        <p:nvCxnSpPr>
          <p:cNvPr id="403" name="Google Shape;403;p50"/>
          <p:cNvCxnSpPr/>
          <p:nvPr/>
        </p:nvCxnSpPr>
        <p:spPr>
          <a:xfrm>
            <a:off x="6810250" y="855063"/>
            <a:ext cx="0" cy="392700"/>
          </a:xfrm>
          <a:prstGeom prst="straightConnector1">
            <a:avLst/>
          </a:prstGeom>
          <a:noFill/>
          <a:ln cap="flat" cmpd="sng" w="19050">
            <a:solidFill>
              <a:schemeClr val="dk1"/>
            </a:solidFill>
            <a:prstDash val="solid"/>
            <a:round/>
            <a:headEnd len="med" w="med" type="none"/>
            <a:tailEnd len="med" w="med" type="none"/>
          </a:ln>
        </p:spPr>
      </p:cxnSp>
      <p:sp>
        <p:nvSpPr>
          <p:cNvPr id="404" name="Google Shape;404;p50"/>
          <p:cNvSpPr/>
          <p:nvPr/>
        </p:nvSpPr>
        <p:spPr>
          <a:xfrm rot="5400000">
            <a:off x="8611250" y="4735800"/>
            <a:ext cx="321000" cy="494100"/>
          </a:xfrm>
          <a:prstGeom prst="round2SameRect">
            <a:avLst>
              <a:gd fmla="val 50000"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05" name="Google Shape;405;p50"/>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ope">
  <p:cSld name="BIG_NUMBER_3">
    <p:spTree>
      <p:nvGrpSpPr>
        <p:cNvPr id="406" name="Shape 406"/>
        <p:cNvGrpSpPr/>
        <p:nvPr/>
      </p:nvGrpSpPr>
      <p:grpSpPr>
        <a:xfrm>
          <a:off x="0" y="0"/>
          <a:ext cx="0" cy="0"/>
          <a:chOff x="0" y="0"/>
          <a:chExt cx="0" cy="0"/>
        </a:xfrm>
      </p:grpSpPr>
      <p:sp>
        <p:nvSpPr>
          <p:cNvPr id="407" name="Google Shape;407;p51"/>
          <p:cNvSpPr/>
          <p:nvPr/>
        </p:nvSpPr>
        <p:spPr>
          <a:xfrm rot="5400000">
            <a:off x="4391175" y="560850"/>
            <a:ext cx="321000" cy="8851800"/>
          </a:xfrm>
          <a:prstGeom prst="round2SameRect">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408" name="Google Shape;408;p51"/>
          <p:cNvSpPr txBox="1"/>
          <p:nvPr>
            <p:ph type="title"/>
          </p:nvPr>
        </p:nvSpPr>
        <p:spPr>
          <a:xfrm>
            <a:off x="2642600" y="1021700"/>
            <a:ext cx="3859800" cy="2783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600"/>
              <a:buNone/>
              <a:defRPr/>
            </a:lvl1pPr>
            <a:lvl2pPr lvl="1" algn="ctr">
              <a:spcBef>
                <a:spcPts val="0"/>
              </a:spcBef>
              <a:spcAft>
                <a:spcPts val="0"/>
              </a:spcAft>
              <a:buSzPts val="5600"/>
              <a:buFont typeface="Libre Baskerville"/>
              <a:buNone/>
              <a:defRPr sz="5600"/>
            </a:lvl2pPr>
            <a:lvl3pPr lvl="2" algn="ctr">
              <a:spcBef>
                <a:spcPts val="0"/>
              </a:spcBef>
              <a:spcAft>
                <a:spcPts val="0"/>
              </a:spcAft>
              <a:buSzPts val="5600"/>
              <a:buFont typeface="Libre Baskerville"/>
              <a:buNone/>
              <a:defRPr sz="5600"/>
            </a:lvl3pPr>
            <a:lvl4pPr lvl="3" algn="ctr">
              <a:spcBef>
                <a:spcPts val="0"/>
              </a:spcBef>
              <a:spcAft>
                <a:spcPts val="0"/>
              </a:spcAft>
              <a:buSzPts val="5600"/>
              <a:buFont typeface="Libre Baskerville"/>
              <a:buNone/>
              <a:defRPr sz="5600"/>
            </a:lvl4pPr>
            <a:lvl5pPr lvl="4" algn="ctr">
              <a:spcBef>
                <a:spcPts val="0"/>
              </a:spcBef>
              <a:spcAft>
                <a:spcPts val="0"/>
              </a:spcAft>
              <a:buSzPts val="5600"/>
              <a:buFont typeface="Libre Baskerville"/>
              <a:buNone/>
              <a:defRPr sz="5600"/>
            </a:lvl5pPr>
            <a:lvl6pPr lvl="5" algn="ctr">
              <a:spcBef>
                <a:spcPts val="0"/>
              </a:spcBef>
              <a:spcAft>
                <a:spcPts val="0"/>
              </a:spcAft>
              <a:buSzPts val="5600"/>
              <a:buFont typeface="Libre Baskerville"/>
              <a:buNone/>
              <a:defRPr sz="5600"/>
            </a:lvl6pPr>
            <a:lvl7pPr lvl="6" algn="ctr">
              <a:spcBef>
                <a:spcPts val="0"/>
              </a:spcBef>
              <a:spcAft>
                <a:spcPts val="0"/>
              </a:spcAft>
              <a:buSzPts val="5600"/>
              <a:buFont typeface="Libre Baskerville"/>
              <a:buNone/>
              <a:defRPr sz="5600"/>
            </a:lvl7pPr>
            <a:lvl8pPr lvl="7" algn="ctr">
              <a:spcBef>
                <a:spcPts val="0"/>
              </a:spcBef>
              <a:spcAft>
                <a:spcPts val="0"/>
              </a:spcAft>
              <a:buSzPts val="5600"/>
              <a:buFont typeface="Libre Baskerville"/>
              <a:buNone/>
              <a:defRPr sz="5600"/>
            </a:lvl8pPr>
            <a:lvl9pPr lvl="8" algn="ctr">
              <a:spcBef>
                <a:spcPts val="0"/>
              </a:spcBef>
              <a:spcAft>
                <a:spcPts val="0"/>
              </a:spcAft>
              <a:buSzPts val="5600"/>
              <a:buFont typeface="Libre Baskerville"/>
              <a:buNone/>
              <a:defRPr sz="5600"/>
            </a:lvl9pPr>
          </a:lstStyle>
          <a:p/>
        </p:txBody>
      </p:sp>
      <p:cxnSp>
        <p:nvCxnSpPr>
          <p:cNvPr id="409" name="Google Shape;409;p51"/>
          <p:cNvCxnSpPr/>
          <p:nvPr/>
        </p:nvCxnSpPr>
        <p:spPr>
          <a:xfrm>
            <a:off x="2762250" y="4827350"/>
            <a:ext cx="0" cy="316800"/>
          </a:xfrm>
          <a:prstGeom prst="straightConnector1">
            <a:avLst/>
          </a:prstGeom>
          <a:noFill/>
          <a:ln cap="flat" cmpd="sng" w="9525">
            <a:solidFill>
              <a:schemeClr val="dk1"/>
            </a:solidFill>
            <a:prstDash val="solid"/>
            <a:round/>
            <a:headEnd len="med" w="med" type="none"/>
            <a:tailEnd len="med" w="med" type="none"/>
          </a:ln>
        </p:spPr>
      </p:cxnSp>
      <p:sp>
        <p:nvSpPr>
          <p:cNvPr id="410" name="Google Shape;410;p51"/>
          <p:cNvSpPr txBox="1"/>
          <p:nvPr>
            <p:ph idx="1" type="subTitle"/>
          </p:nvPr>
        </p:nvSpPr>
        <p:spPr>
          <a:xfrm>
            <a:off x="252550" y="4827075"/>
            <a:ext cx="2205900" cy="314100"/>
          </a:xfrm>
          <a:prstGeom prst="rect">
            <a:avLst/>
          </a:prstGeom>
        </p:spPr>
        <p:txBody>
          <a:bodyPr anchorCtr="0" anchor="t" bIns="91425" lIns="91425" spcFirstLastPara="1" rIns="91425" wrap="square" tIns="91425">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11" name="Google Shape;411;p51"/>
          <p:cNvSpPr txBox="1"/>
          <p:nvPr>
            <p:ph idx="2" type="subTitle"/>
          </p:nvPr>
        </p:nvSpPr>
        <p:spPr>
          <a:xfrm>
            <a:off x="3545100" y="4829700"/>
            <a:ext cx="2053800" cy="314100"/>
          </a:xfrm>
          <a:prstGeom prst="rect">
            <a:avLst/>
          </a:prstGeom>
        </p:spPr>
        <p:txBody>
          <a:bodyPr anchorCtr="0" anchor="t" bIns="91425" lIns="91425" spcFirstLastPara="1" rIns="91425" wrap="square" tIns="91425">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412" name="Google Shape;412;p51"/>
          <p:cNvSpPr/>
          <p:nvPr/>
        </p:nvSpPr>
        <p:spPr>
          <a:xfrm>
            <a:off x="2642600" y="1021650"/>
            <a:ext cx="3859800" cy="2783700"/>
          </a:xfrm>
          <a:prstGeom prst="roundRect">
            <a:avLst>
              <a:gd fmla="val 16667"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13" name="Google Shape;413;p51"/>
          <p:cNvSpPr/>
          <p:nvPr/>
        </p:nvSpPr>
        <p:spPr>
          <a:xfrm>
            <a:off x="251400" y="1021650"/>
            <a:ext cx="2265600" cy="8406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14" name="Google Shape;414;p51"/>
          <p:cNvSpPr/>
          <p:nvPr/>
        </p:nvSpPr>
        <p:spPr>
          <a:xfrm>
            <a:off x="251400" y="2964734"/>
            <a:ext cx="2265600" cy="8406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15" name="Google Shape;415;p51"/>
          <p:cNvSpPr/>
          <p:nvPr/>
        </p:nvSpPr>
        <p:spPr>
          <a:xfrm>
            <a:off x="251400" y="1993206"/>
            <a:ext cx="2265600" cy="8406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16" name="Google Shape;416;p51"/>
          <p:cNvSpPr/>
          <p:nvPr/>
        </p:nvSpPr>
        <p:spPr>
          <a:xfrm>
            <a:off x="6627150" y="1021650"/>
            <a:ext cx="2265600" cy="8406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17" name="Google Shape;417;p51"/>
          <p:cNvSpPr/>
          <p:nvPr/>
        </p:nvSpPr>
        <p:spPr>
          <a:xfrm>
            <a:off x="6627150" y="2964700"/>
            <a:ext cx="2265600" cy="8406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18" name="Google Shape;418;p51"/>
          <p:cNvSpPr/>
          <p:nvPr/>
        </p:nvSpPr>
        <p:spPr>
          <a:xfrm>
            <a:off x="6626850" y="1993200"/>
            <a:ext cx="2265600" cy="8406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19" name="Google Shape;419;p51"/>
          <p:cNvSpPr txBox="1"/>
          <p:nvPr>
            <p:ph idx="3" type="subTitle"/>
          </p:nvPr>
        </p:nvSpPr>
        <p:spPr>
          <a:xfrm>
            <a:off x="251300" y="1021650"/>
            <a:ext cx="2265600" cy="840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400"/>
              <a:buNone/>
              <a:defRPr sz="1400"/>
            </a:lvl1pPr>
            <a:lvl2pPr lvl="1" algn="ctr">
              <a:spcBef>
                <a:spcPts val="0"/>
              </a:spcBef>
              <a:spcAft>
                <a:spcPts val="0"/>
              </a:spcAft>
              <a:buSzPts val="1400"/>
              <a:buNone/>
              <a:defRPr sz="1400"/>
            </a:lvl2pPr>
            <a:lvl3pPr lvl="2" algn="ctr">
              <a:spcBef>
                <a:spcPts val="0"/>
              </a:spcBef>
              <a:spcAft>
                <a:spcPts val="0"/>
              </a:spcAft>
              <a:buSzPts val="1400"/>
              <a:buNone/>
              <a:defRPr sz="1400"/>
            </a:lvl3pPr>
            <a:lvl4pPr lvl="3" algn="ctr">
              <a:spcBef>
                <a:spcPts val="0"/>
              </a:spcBef>
              <a:spcAft>
                <a:spcPts val="0"/>
              </a:spcAft>
              <a:buSzPts val="1400"/>
              <a:buNone/>
              <a:defRPr sz="1400"/>
            </a:lvl4pPr>
            <a:lvl5pPr lvl="4" algn="ctr">
              <a:spcBef>
                <a:spcPts val="0"/>
              </a:spcBef>
              <a:spcAft>
                <a:spcPts val="0"/>
              </a:spcAft>
              <a:buSzPts val="1400"/>
              <a:buNone/>
              <a:defRPr sz="1400"/>
            </a:lvl5pPr>
            <a:lvl6pPr lvl="5" algn="ctr">
              <a:spcBef>
                <a:spcPts val="0"/>
              </a:spcBef>
              <a:spcAft>
                <a:spcPts val="0"/>
              </a:spcAft>
              <a:buSzPts val="1400"/>
              <a:buNone/>
              <a:defRPr sz="1400"/>
            </a:lvl6pPr>
            <a:lvl7pPr lvl="6" algn="ctr">
              <a:spcBef>
                <a:spcPts val="0"/>
              </a:spcBef>
              <a:spcAft>
                <a:spcPts val="0"/>
              </a:spcAft>
              <a:buSzPts val="1400"/>
              <a:buNone/>
              <a:defRPr sz="1400"/>
            </a:lvl7pPr>
            <a:lvl8pPr lvl="7" algn="ctr">
              <a:spcBef>
                <a:spcPts val="0"/>
              </a:spcBef>
              <a:spcAft>
                <a:spcPts val="0"/>
              </a:spcAft>
              <a:buSzPts val="1400"/>
              <a:buNone/>
              <a:defRPr sz="1400"/>
            </a:lvl8pPr>
            <a:lvl9pPr lvl="8" algn="ctr">
              <a:spcBef>
                <a:spcPts val="0"/>
              </a:spcBef>
              <a:spcAft>
                <a:spcPts val="0"/>
              </a:spcAft>
              <a:buSzPts val="1400"/>
              <a:buNone/>
              <a:defRPr sz="1400"/>
            </a:lvl9pPr>
          </a:lstStyle>
          <a:p/>
        </p:txBody>
      </p:sp>
      <p:sp>
        <p:nvSpPr>
          <p:cNvPr id="420" name="Google Shape;420;p51"/>
          <p:cNvSpPr txBox="1"/>
          <p:nvPr>
            <p:ph idx="4" type="subTitle"/>
          </p:nvPr>
        </p:nvSpPr>
        <p:spPr>
          <a:xfrm>
            <a:off x="252550" y="1993188"/>
            <a:ext cx="2265600" cy="840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400"/>
              <a:buNone/>
              <a:defRPr sz="1400"/>
            </a:lvl1pPr>
            <a:lvl2pPr lvl="1" algn="ctr">
              <a:spcBef>
                <a:spcPts val="0"/>
              </a:spcBef>
              <a:spcAft>
                <a:spcPts val="0"/>
              </a:spcAft>
              <a:buSzPts val="1400"/>
              <a:buNone/>
              <a:defRPr sz="1400"/>
            </a:lvl2pPr>
            <a:lvl3pPr lvl="2" algn="ctr">
              <a:spcBef>
                <a:spcPts val="0"/>
              </a:spcBef>
              <a:spcAft>
                <a:spcPts val="0"/>
              </a:spcAft>
              <a:buSzPts val="1400"/>
              <a:buNone/>
              <a:defRPr sz="1400"/>
            </a:lvl3pPr>
            <a:lvl4pPr lvl="3" algn="ctr">
              <a:spcBef>
                <a:spcPts val="0"/>
              </a:spcBef>
              <a:spcAft>
                <a:spcPts val="0"/>
              </a:spcAft>
              <a:buSzPts val="1400"/>
              <a:buNone/>
              <a:defRPr sz="1400"/>
            </a:lvl4pPr>
            <a:lvl5pPr lvl="4" algn="ctr">
              <a:spcBef>
                <a:spcPts val="0"/>
              </a:spcBef>
              <a:spcAft>
                <a:spcPts val="0"/>
              </a:spcAft>
              <a:buSzPts val="1400"/>
              <a:buNone/>
              <a:defRPr sz="1400"/>
            </a:lvl5pPr>
            <a:lvl6pPr lvl="5" algn="ctr">
              <a:spcBef>
                <a:spcPts val="0"/>
              </a:spcBef>
              <a:spcAft>
                <a:spcPts val="0"/>
              </a:spcAft>
              <a:buSzPts val="1400"/>
              <a:buNone/>
              <a:defRPr sz="1400"/>
            </a:lvl6pPr>
            <a:lvl7pPr lvl="6" algn="ctr">
              <a:spcBef>
                <a:spcPts val="0"/>
              </a:spcBef>
              <a:spcAft>
                <a:spcPts val="0"/>
              </a:spcAft>
              <a:buSzPts val="1400"/>
              <a:buNone/>
              <a:defRPr sz="1400"/>
            </a:lvl7pPr>
            <a:lvl8pPr lvl="7" algn="ctr">
              <a:spcBef>
                <a:spcPts val="0"/>
              </a:spcBef>
              <a:spcAft>
                <a:spcPts val="0"/>
              </a:spcAft>
              <a:buSzPts val="1400"/>
              <a:buNone/>
              <a:defRPr sz="1400"/>
            </a:lvl8pPr>
            <a:lvl9pPr lvl="8" algn="ctr">
              <a:spcBef>
                <a:spcPts val="0"/>
              </a:spcBef>
              <a:spcAft>
                <a:spcPts val="0"/>
              </a:spcAft>
              <a:buSzPts val="1400"/>
              <a:buNone/>
              <a:defRPr sz="1400"/>
            </a:lvl9pPr>
          </a:lstStyle>
          <a:p/>
        </p:txBody>
      </p:sp>
      <p:sp>
        <p:nvSpPr>
          <p:cNvPr id="421" name="Google Shape;421;p51"/>
          <p:cNvSpPr txBox="1"/>
          <p:nvPr>
            <p:ph idx="5" type="subTitle"/>
          </p:nvPr>
        </p:nvSpPr>
        <p:spPr>
          <a:xfrm>
            <a:off x="252250" y="2964738"/>
            <a:ext cx="2265600" cy="840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400"/>
              <a:buNone/>
              <a:defRPr sz="1400"/>
            </a:lvl1pPr>
            <a:lvl2pPr lvl="1" algn="ctr">
              <a:spcBef>
                <a:spcPts val="0"/>
              </a:spcBef>
              <a:spcAft>
                <a:spcPts val="0"/>
              </a:spcAft>
              <a:buSzPts val="1400"/>
              <a:buNone/>
              <a:defRPr sz="1400"/>
            </a:lvl2pPr>
            <a:lvl3pPr lvl="2" algn="ctr">
              <a:spcBef>
                <a:spcPts val="0"/>
              </a:spcBef>
              <a:spcAft>
                <a:spcPts val="0"/>
              </a:spcAft>
              <a:buSzPts val="1400"/>
              <a:buNone/>
              <a:defRPr sz="1400"/>
            </a:lvl3pPr>
            <a:lvl4pPr lvl="3" algn="ctr">
              <a:spcBef>
                <a:spcPts val="0"/>
              </a:spcBef>
              <a:spcAft>
                <a:spcPts val="0"/>
              </a:spcAft>
              <a:buSzPts val="1400"/>
              <a:buNone/>
              <a:defRPr sz="1400"/>
            </a:lvl4pPr>
            <a:lvl5pPr lvl="4" algn="ctr">
              <a:spcBef>
                <a:spcPts val="0"/>
              </a:spcBef>
              <a:spcAft>
                <a:spcPts val="0"/>
              </a:spcAft>
              <a:buSzPts val="1400"/>
              <a:buNone/>
              <a:defRPr sz="1400"/>
            </a:lvl5pPr>
            <a:lvl6pPr lvl="5" algn="ctr">
              <a:spcBef>
                <a:spcPts val="0"/>
              </a:spcBef>
              <a:spcAft>
                <a:spcPts val="0"/>
              </a:spcAft>
              <a:buSzPts val="1400"/>
              <a:buNone/>
              <a:defRPr sz="1400"/>
            </a:lvl6pPr>
            <a:lvl7pPr lvl="6" algn="ctr">
              <a:spcBef>
                <a:spcPts val="0"/>
              </a:spcBef>
              <a:spcAft>
                <a:spcPts val="0"/>
              </a:spcAft>
              <a:buSzPts val="1400"/>
              <a:buNone/>
              <a:defRPr sz="1400"/>
            </a:lvl7pPr>
            <a:lvl8pPr lvl="7" algn="ctr">
              <a:spcBef>
                <a:spcPts val="0"/>
              </a:spcBef>
              <a:spcAft>
                <a:spcPts val="0"/>
              </a:spcAft>
              <a:buSzPts val="1400"/>
              <a:buNone/>
              <a:defRPr sz="1400"/>
            </a:lvl8pPr>
            <a:lvl9pPr lvl="8" algn="ctr">
              <a:spcBef>
                <a:spcPts val="0"/>
              </a:spcBef>
              <a:spcAft>
                <a:spcPts val="0"/>
              </a:spcAft>
              <a:buSzPts val="1400"/>
              <a:buNone/>
              <a:defRPr sz="1400"/>
            </a:lvl9pPr>
          </a:lstStyle>
          <a:p/>
        </p:txBody>
      </p:sp>
      <p:sp>
        <p:nvSpPr>
          <p:cNvPr id="422" name="Google Shape;422;p51"/>
          <p:cNvSpPr txBox="1"/>
          <p:nvPr>
            <p:ph idx="6" type="subTitle"/>
          </p:nvPr>
        </p:nvSpPr>
        <p:spPr>
          <a:xfrm>
            <a:off x="6627150" y="2964738"/>
            <a:ext cx="2265600" cy="840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400"/>
              <a:buNone/>
              <a:defRPr sz="1400"/>
            </a:lvl1pPr>
            <a:lvl2pPr lvl="1" algn="ctr">
              <a:spcBef>
                <a:spcPts val="0"/>
              </a:spcBef>
              <a:spcAft>
                <a:spcPts val="0"/>
              </a:spcAft>
              <a:buSzPts val="1400"/>
              <a:buNone/>
              <a:defRPr sz="1400"/>
            </a:lvl2pPr>
            <a:lvl3pPr lvl="2" algn="ctr">
              <a:spcBef>
                <a:spcPts val="0"/>
              </a:spcBef>
              <a:spcAft>
                <a:spcPts val="0"/>
              </a:spcAft>
              <a:buSzPts val="1400"/>
              <a:buNone/>
              <a:defRPr sz="1400"/>
            </a:lvl3pPr>
            <a:lvl4pPr lvl="3" algn="ctr">
              <a:spcBef>
                <a:spcPts val="0"/>
              </a:spcBef>
              <a:spcAft>
                <a:spcPts val="0"/>
              </a:spcAft>
              <a:buSzPts val="1400"/>
              <a:buNone/>
              <a:defRPr sz="1400"/>
            </a:lvl4pPr>
            <a:lvl5pPr lvl="4" algn="ctr">
              <a:spcBef>
                <a:spcPts val="0"/>
              </a:spcBef>
              <a:spcAft>
                <a:spcPts val="0"/>
              </a:spcAft>
              <a:buSzPts val="1400"/>
              <a:buNone/>
              <a:defRPr sz="1400"/>
            </a:lvl5pPr>
            <a:lvl6pPr lvl="5" algn="ctr">
              <a:spcBef>
                <a:spcPts val="0"/>
              </a:spcBef>
              <a:spcAft>
                <a:spcPts val="0"/>
              </a:spcAft>
              <a:buSzPts val="1400"/>
              <a:buNone/>
              <a:defRPr sz="1400"/>
            </a:lvl6pPr>
            <a:lvl7pPr lvl="6" algn="ctr">
              <a:spcBef>
                <a:spcPts val="0"/>
              </a:spcBef>
              <a:spcAft>
                <a:spcPts val="0"/>
              </a:spcAft>
              <a:buSzPts val="1400"/>
              <a:buNone/>
              <a:defRPr sz="1400"/>
            </a:lvl7pPr>
            <a:lvl8pPr lvl="7" algn="ctr">
              <a:spcBef>
                <a:spcPts val="0"/>
              </a:spcBef>
              <a:spcAft>
                <a:spcPts val="0"/>
              </a:spcAft>
              <a:buSzPts val="1400"/>
              <a:buNone/>
              <a:defRPr sz="1400"/>
            </a:lvl8pPr>
            <a:lvl9pPr lvl="8" algn="ctr">
              <a:spcBef>
                <a:spcPts val="0"/>
              </a:spcBef>
              <a:spcAft>
                <a:spcPts val="0"/>
              </a:spcAft>
              <a:buSzPts val="1400"/>
              <a:buNone/>
              <a:defRPr sz="1400"/>
            </a:lvl9pPr>
          </a:lstStyle>
          <a:p/>
        </p:txBody>
      </p:sp>
      <p:sp>
        <p:nvSpPr>
          <p:cNvPr id="423" name="Google Shape;423;p51"/>
          <p:cNvSpPr txBox="1"/>
          <p:nvPr>
            <p:ph idx="7" type="subTitle"/>
          </p:nvPr>
        </p:nvSpPr>
        <p:spPr>
          <a:xfrm>
            <a:off x="6626850" y="1993163"/>
            <a:ext cx="2265600" cy="840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400"/>
              <a:buNone/>
              <a:defRPr sz="1400"/>
            </a:lvl1pPr>
            <a:lvl2pPr lvl="1" algn="ctr">
              <a:spcBef>
                <a:spcPts val="0"/>
              </a:spcBef>
              <a:spcAft>
                <a:spcPts val="0"/>
              </a:spcAft>
              <a:buSzPts val="1400"/>
              <a:buNone/>
              <a:defRPr sz="1400"/>
            </a:lvl2pPr>
            <a:lvl3pPr lvl="2" algn="ctr">
              <a:spcBef>
                <a:spcPts val="0"/>
              </a:spcBef>
              <a:spcAft>
                <a:spcPts val="0"/>
              </a:spcAft>
              <a:buSzPts val="1400"/>
              <a:buNone/>
              <a:defRPr sz="1400"/>
            </a:lvl3pPr>
            <a:lvl4pPr lvl="3" algn="ctr">
              <a:spcBef>
                <a:spcPts val="0"/>
              </a:spcBef>
              <a:spcAft>
                <a:spcPts val="0"/>
              </a:spcAft>
              <a:buSzPts val="1400"/>
              <a:buNone/>
              <a:defRPr sz="1400"/>
            </a:lvl4pPr>
            <a:lvl5pPr lvl="4" algn="ctr">
              <a:spcBef>
                <a:spcPts val="0"/>
              </a:spcBef>
              <a:spcAft>
                <a:spcPts val="0"/>
              </a:spcAft>
              <a:buSzPts val="1400"/>
              <a:buNone/>
              <a:defRPr sz="1400"/>
            </a:lvl5pPr>
            <a:lvl6pPr lvl="5" algn="ctr">
              <a:spcBef>
                <a:spcPts val="0"/>
              </a:spcBef>
              <a:spcAft>
                <a:spcPts val="0"/>
              </a:spcAft>
              <a:buSzPts val="1400"/>
              <a:buNone/>
              <a:defRPr sz="1400"/>
            </a:lvl6pPr>
            <a:lvl7pPr lvl="6" algn="ctr">
              <a:spcBef>
                <a:spcPts val="0"/>
              </a:spcBef>
              <a:spcAft>
                <a:spcPts val="0"/>
              </a:spcAft>
              <a:buSzPts val="1400"/>
              <a:buNone/>
              <a:defRPr sz="1400"/>
            </a:lvl7pPr>
            <a:lvl8pPr lvl="7" algn="ctr">
              <a:spcBef>
                <a:spcPts val="0"/>
              </a:spcBef>
              <a:spcAft>
                <a:spcPts val="0"/>
              </a:spcAft>
              <a:buSzPts val="1400"/>
              <a:buNone/>
              <a:defRPr sz="1400"/>
            </a:lvl8pPr>
            <a:lvl9pPr lvl="8" algn="ctr">
              <a:spcBef>
                <a:spcPts val="0"/>
              </a:spcBef>
              <a:spcAft>
                <a:spcPts val="0"/>
              </a:spcAft>
              <a:buSzPts val="1400"/>
              <a:buNone/>
              <a:defRPr sz="1400"/>
            </a:lvl9pPr>
          </a:lstStyle>
          <a:p/>
        </p:txBody>
      </p:sp>
      <p:sp>
        <p:nvSpPr>
          <p:cNvPr id="424" name="Google Shape;424;p51"/>
          <p:cNvSpPr txBox="1"/>
          <p:nvPr>
            <p:ph idx="8" type="subTitle"/>
          </p:nvPr>
        </p:nvSpPr>
        <p:spPr>
          <a:xfrm>
            <a:off x="6628000" y="1021638"/>
            <a:ext cx="2265600" cy="840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400"/>
              <a:buNone/>
              <a:defRPr sz="1400"/>
            </a:lvl1pPr>
            <a:lvl2pPr lvl="1" algn="ctr">
              <a:spcBef>
                <a:spcPts val="0"/>
              </a:spcBef>
              <a:spcAft>
                <a:spcPts val="0"/>
              </a:spcAft>
              <a:buSzPts val="1400"/>
              <a:buNone/>
              <a:defRPr sz="1400"/>
            </a:lvl2pPr>
            <a:lvl3pPr lvl="2" algn="ctr">
              <a:spcBef>
                <a:spcPts val="0"/>
              </a:spcBef>
              <a:spcAft>
                <a:spcPts val="0"/>
              </a:spcAft>
              <a:buSzPts val="1400"/>
              <a:buNone/>
              <a:defRPr sz="1400"/>
            </a:lvl3pPr>
            <a:lvl4pPr lvl="3" algn="ctr">
              <a:spcBef>
                <a:spcPts val="0"/>
              </a:spcBef>
              <a:spcAft>
                <a:spcPts val="0"/>
              </a:spcAft>
              <a:buSzPts val="1400"/>
              <a:buNone/>
              <a:defRPr sz="1400"/>
            </a:lvl4pPr>
            <a:lvl5pPr lvl="4" algn="ctr">
              <a:spcBef>
                <a:spcPts val="0"/>
              </a:spcBef>
              <a:spcAft>
                <a:spcPts val="0"/>
              </a:spcAft>
              <a:buSzPts val="1400"/>
              <a:buNone/>
              <a:defRPr sz="1400"/>
            </a:lvl5pPr>
            <a:lvl6pPr lvl="5" algn="ctr">
              <a:spcBef>
                <a:spcPts val="0"/>
              </a:spcBef>
              <a:spcAft>
                <a:spcPts val="0"/>
              </a:spcAft>
              <a:buSzPts val="1400"/>
              <a:buNone/>
              <a:defRPr sz="1400"/>
            </a:lvl6pPr>
            <a:lvl7pPr lvl="6" algn="ctr">
              <a:spcBef>
                <a:spcPts val="0"/>
              </a:spcBef>
              <a:spcAft>
                <a:spcPts val="0"/>
              </a:spcAft>
              <a:buSzPts val="1400"/>
              <a:buNone/>
              <a:defRPr sz="1400"/>
            </a:lvl7pPr>
            <a:lvl8pPr lvl="7" algn="ctr">
              <a:spcBef>
                <a:spcPts val="0"/>
              </a:spcBef>
              <a:spcAft>
                <a:spcPts val="0"/>
              </a:spcAft>
              <a:buSzPts val="1400"/>
              <a:buNone/>
              <a:defRPr sz="1400"/>
            </a:lvl8pPr>
            <a:lvl9pPr lvl="8" algn="ctr">
              <a:spcBef>
                <a:spcPts val="0"/>
              </a:spcBef>
              <a:spcAft>
                <a:spcPts val="0"/>
              </a:spcAft>
              <a:buSzPts val="1400"/>
              <a:buNone/>
              <a:defRPr sz="1400"/>
            </a:lvl9pPr>
          </a:lstStyle>
          <a:p/>
        </p:txBody>
      </p:sp>
      <p:sp>
        <p:nvSpPr>
          <p:cNvPr id="425" name="Google Shape;425;p51"/>
          <p:cNvSpPr/>
          <p:nvPr/>
        </p:nvSpPr>
        <p:spPr>
          <a:xfrm rot="5400000">
            <a:off x="8611250" y="4735800"/>
            <a:ext cx="321000" cy="494100"/>
          </a:xfrm>
          <a:prstGeom prst="round2SameRect">
            <a:avLst>
              <a:gd fmla="val 50000"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26" name="Google Shape;426;p51"/>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ssignments">
  <p:cSld name="BIG_NUMBER_2">
    <p:spTree>
      <p:nvGrpSpPr>
        <p:cNvPr id="427" name="Shape 427"/>
        <p:cNvGrpSpPr/>
        <p:nvPr/>
      </p:nvGrpSpPr>
      <p:grpSpPr>
        <a:xfrm>
          <a:off x="0" y="0"/>
          <a:ext cx="0" cy="0"/>
          <a:chOff x="0" y="0"/>
          <a:chExt cx="0" cy="0"/>
        </a:xfrm>
      </p:grpSpPr>
      <p:sp>
        <p:nvSpPr>
          <p:cNvPr id="428" name="Google Shape;428;p52"/>
          <p:cNvSpPr/>
          <p:nvPr/>
        </p:nvSpPr>
        <p:spPr>
          <a:xfrm rot="5400000">
            <a:off x="4391175" y="560850"/>
            <a:ext cx="321000" cy="8851800"/>
          </a:xfrm>
          <a:prstGeom prst="round2SameRect">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429" name="Google Shape;429;p52"/>
          <p:cNvSpPr txBox="1"/>
          <p:nvPr>
            <p:ph type="title"/>
          </p:nvPr>
        </p:nvSpPr>
        <p:spPr>
          <a:xfrm>
            <a:off x="122600" y="125600"/>
            <a:ext cx="5708400" cy="5439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Font typeface="Libre Baskerville"/>
              <a:buNone/>
              <a:defRPr sz="3600"/>
            </a:lvl2pPr>
            <a:lvl3pPr lvl="2">
              <a:spcBef>
                <a:spcPts val="0"/>
              </a:spcBef>
              <a:spcAft>
                <a:spcPts val="0"/>
              </a:spcAft>
              <a:buSzPts val="3600"/>
              <a:buFont typeface="Libre Baskerville"/>
              <a:buNone/>
              <a:defRPr sz="3600"/>
            </a:lvl3pPr>
            <a:lvl4pPr lvl="3">
              <a:spcBef>
                <a:spcPts val="0"/>
              </a:spcBef>
              <a:spcAft>
                <a:spcPts val="0"/>
              </a:spcAft>
              <a:buSzPts val="3600"/>
              <a:buFont typeface="Libre Baskerville"/>
              <a:buNone/>
              <a:defRPr sz="3600"/>
            </a:lvl4pPr>
            <a:lvl5pPr lvl="4">
              <a:spcBef>
                <a:spcPts val="0"/>
              </a:spcBef>
              <a:spcAft>
                <a:spcPts val="0"/>
              </a:spcAft>
              <a:buSzPts val="3600"/>
              <a:buFont typeface="Libre Baskerville"/>
              <a:buNone/>
              <a:defRPr sz="3600"/>
            </a:lvl5pPr>
            <a:lvl6pPr lvl="5">
              <a:spcBef>
                <a:spcPts val="0"/>
              </a:spcBef>
              <a:spcAft>
                <a:spcPts val="0"/>
              </a:spcAft>
              <a:buSzPts val="3600"/>
              <a:buFont typeface="Libre Baskerville"/>
              <a:buNone/>
              <a:defRPr sz="3600"/>
            </a:lvl6pPr>
            <a:lvl7pPr lvl="6">
              <a:spcBef>
                <a:spcPts val="0"/>
              </a:spcBef>
              <a:spcAft>
                <a:spcPts val="0"/>
              </a:spcAft>
              <a:buSzPts val="3600"/>
              <a:buFont typeface="Libre Baskerville"/>
              <a:buNone/>
              <a:defRPr sz="3600"/>
            </a:lvl7pPr>
            <a:lvl8pPr lvl="7">
              <a:spcBef>
                <a:spcPts val="0"/>
              </a:spcBef>
              <a:spcAft>
                <a:spcPts val="0"/>
              </a:spcAft>
              <a:buSzPts val="3600"/>
              <a:buFont typeface="Libre Baskerville"/>
              <a:buNone/>
              <a:defRPr sz="3600"/>
            </a:lvl8pPr>
            <a:lvl9pPr lvl="8">
              <a:spcBef>
                <a:spcPts val="0"/>
              </a:spcBef>
              <a:spcAft>
                <a:spcPts val="0"/>
              </a:spcAft>
              <a:buSzPts val="3600"/>
              <a:buFont typeface="Libre Baskerville"/>
              <a:buNone/>
              <a:defRPr sz="3600"/>
            </a:lvl9pPr>
          </a:lstStyle>
          <a:p/>
        </p:txBody>
      </p:sp>
      <p:cxnSp>
        <p:nvCxnSpPr>
          <p:cNvPr id="430" name="Google Shape;430;p52"/>
          <p:cNvCxnSpPr/>
          <p:nvPr/>
        </p:nvCxnSpPr>
        <p:spPr>
          <a:xfrm>
            <a:off x="2762250" y="4827350"/>
            <a:ext cx="0" cy="316800"/>
          </a:xfrm>
          <a:prstGeom prst="straightConnector1">
            <a:avLst/>
          </a:prstGeom>
          <a:noFill/>
          <a:ln cap="flat" cmpd="sng" w="9525">
            <a:solidFill>
              <a:schemeClr val="dk1"/>
            </a:solidFill>
            <a:prstDash val="solid"/>
            <a:round/>
            <a:headEnd len="med" w="med" type="none"/>
            <a:tailEnd len="med" w="med" type="none"/>
          </a:ln>
        </p:spPr>
      </p:cxnSp>
      <p:sp>
        <p:nvSpPr>
          <p:cNvPr id="431" name="Google Shape;431;p52"/>
          <p:cNvSpPr txBox="1"/>
          <p:nvPr>
            <p:ph idx="1" type="subTitle"/>
          </p:nvPr>
        </p:nvSpPr>
        <p:spPr>
          <a:xfrm>
            <a:off x="251400" y="4827075"/>
            <a:ext cx="2205900" cy="314100"/>
          </a:xfrm>
          <a:prstGeom prst="rect">
            <a:avLst/>
          </a:prstGeom>
        </p:spPr>
        <p:txBody>
          <a:bodyPr anchorCtr="0" anchor="t" bIns="91425" lIns="91425" spcFirstLastPara="1" rIns="91425" wrap="square" tIns="91425">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32" name="Google Shape;432;p52"/>
          <p:cNvSpPr txBox="1"/>
          <p:nvPr>
            <p:ph idx="2" type="subTitle"/>
          </p:nvPr>
        </p:nvSpPr>
        <p:spPr>
          <a:xfrm>
            <a:off x="3545100" y="4829700"/>
            <a:ext cx="2053800" cy="314100"/>
          </a:xfrm>
          <a:prstGeom prst="rect">
            <a:avLst/>
          </a:prstGeom>
        </p:spPr>
        <p:txBody>
          <a:bodyPr anchorCtr="0" anchor="t" bIns="91425" lIns="91425" spcFirstLastPara="1" rIns="91425" wrap="square" tIns="91425">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cxnSp>
        <p:nvCxnSpPr>
          <p:cNvPr id="433" name="Google Shape;433;p52"/>
          <p:cNvCxnSpPr/>
          <p:nvPr/>
        </p:nvCxnSpPr>
        <p:spPr>
          <a:xfrm>
            <a:off x="2642715" y="1649025"/>
            <a:ext cx="6251100" cy="6000"/>
          </a:xfrm>
          <a:prstGeom prst="straightConnector1">
            <a:avLst/>
          </a:prstGeom>
          <a:noFill/>
          <a:ln cap="flat" cmpd="sng" w="19050">
            <a:solidFill>
              <a:schemeClr val="dk1"/>
            </a:solidFill>
            <a:prstDash val="solid"/>
            <a:round/>
            <a:headEnd len="med" w="med" type="none"/>
            <a:tailEnd len="med" w="med" type="none"/>
          </a:ln>
        </p:spPr>
      </p:cxnSp>
      <p:cxnSp>
        <p:nvCxnSpPr>
          <p:cNvPr id="434" name="Google Shape;434;p52"/>
          <p:cNvCxnSpPr/>
          <p:nvPr/>
        </p:nvCxnSpPr>
        <p:spPr>
          <a:xfrm>
            <a:off x="2642600" y="3685725"/>
            <a:ext cx="6251100" cy="6000"/>
          </a:xfrm>
          <a:prstGeom prst="straightConnector1">
            <a:avLst/>
          </a:prstGeom>
          <a:noFill/>
          <a:ln cap="flat" cmpd="sng" w="19050">
            <a:solidFill>
              <a:schemeClr val="dk1"/>
            </a:solidFill>
            <a:prstDash val="solid"/>
            <a:round/>
            <a:headEnd len="med" w="med" type="none"/>
            <a:tailEnd len="med" w="med" type="none"/>
          </a:ln>
        </p:spPr>
      </p:cxnSp>
      <p:cxnSp>
        <p:nvCxnSpPr>
          <p:cNvPr id="435" name="Google Shape;435;p52"/>
          <p:cNvCxnSpPr/>
          <p:nvPr/>
        </p:nvCxnSpPr>
        <p:spPr>
          <a:xfrm>
            <a:off x="2642830" y="2327925"/>
            <a:ext cx="6251100" cy="6000"/>
          </a:xfrm>
          <a:prstGeom prst="straightConnector1">
            <a:avLst/>
          </a:prstGeom>
          <a:noFill/>
          <a:ln cap="flat" cmpd="sng" w="19050">
            <a:solidFill>
              <a:schemeClr val="dk1"/>
            </a:solidFill>
            <a:prstDash val="solid"/>
            <a:round/>
            <a:headEnd len="med" w="med" type="none"/>
            <a:tailEnd len="med" w="med" type="none"/>
          </a:ln>
        </p:spPr>
      </p:cxnSp>
      <p:cxnSp>
        <p:nvCxnSpPr>
          <p:cNvPr id="436" name="Google Shape;436;p52"/>
          <p:cNvCxnSpPr/>
          <p:nvPr/>
        </p:nvCxnSpPr>
        <p:spPr>
          <a:xfrm>
            <a:off x="2642830" y="3006825"/>
            <a:ext cx="6251100" cy="6000"/>
          </a:xfrm>
          <a:prstGeom prst="straightConnector1">
            <a:avLst/>
          </a:prstGeom>
          <a:noFill/>
          <a:ln cap="flat" cmpd="sng" w="19050">
            <a:solidFill>
              <a:schemeClr val="dk1"/>
            </a:solidFill>
            <a:prstDash val="solid"/>
            <a:round/>
            <a:headEnd len="med" w="med" type="none"/>
            <a:tailEnd len="med" w="med" type="none"/>
          </a:ln>
        </p:spPr>
      </p:cxnSp>
      <p:cxnSp>
        <p:nvCxnSpPr>
          <p:cNvPr id="437" name="Google Shape;437;p52"/>
          <p:cNvCxnSpPr/>
          <p:nvPr/>
        </p:nvCxnSpPr>
        <p:spPr>
          <a:xfrm>
            <a:off x="2642830" y="4364625"/>
            <a:ext cx="6251100" cy="6000"/>
          </a:xfrm>
          <a:prstGeom prst="straightConnector1">
            <a:avLst/>
          </a:prstGeom>
          <a:noFill/>
          <a:ln cap="flat" cmpd="sng" w="19050">
            <a:solidFill>
              <a:schemeClr val="dk1"/>
            </a:solidFill>
            <a:prstDash val="solid"/>
            <a:round/>
            <a:headEnd len="med" w="med" type="none"/>
            <a:tailEnd len="med" w="med" type="none"/>
          </a:ln>
        </p:spPr>
      </p:cxnSp>
      <p:sp>
        <p:nvSpPr>
          <p:cNvPr id="438" name="Google Shape;438;p52"/>
          <p:cNvSpPr/>
          <p:nvPr>
            <p:ph idx="3" type="pic"/>
          </p:nvPr>
        </p:nvSpPr>
        <p:spPr>
          <a:xfrm>
            <a:off x="1942950" y="1369100"/>
            <a:ext cx="573900" cy="570600"/>
          </a:xfrm>
          <a:prstGeom prst="roundRect">
            <a:avLst>
              <a:gd fmla="val 16667" name="adj"/>
            </a:avLst>
          </a:prstGeom>
          <a:noFill/>
          <a:ln>
            <a:noFill/>
          </a:ln>
        </p:spPr>
      </p:sp>
      <p:sp>
        <p:nvSpPr>
          <p:cNvPr id="439" name="Google Shape;439;p52"/>
          <p:cNvSpPr txBox="1"/>
          <p:nvPr>
            <p:ph idx="4" type="title"/>
          </p:nvPr>
        </p:nvSpPr>
        <p:spPr>
          <a:xfrm>
            <a:off x="251400" y="1487175"/>
            <a:ext cx="1593900" cy="176400"/>
          </a:xfrm>
          <a:prstGeom prst="rect">
            <a:avLst/>
          </a:prstGeom>
        </p:spPr>
        <p:txBody>
          <a:bodyPr anchorCtr="0" anchor="t" bIns="0" lIns="0" spcFirstLastPara="1" rIns="0" wrap="square" tIns="0">
            <a:noAutofit/>
          </a:bodyPr>
          <a:lstStyle>
            <a:lvl1pPr lvl="0" algn="r">
              <a:spcBef>
                <a:spcPts val="0"/>
              </a:spcBef>
              <a:spcAft>
                <a:spcPts val="0"/>
              </a:spcAft>
              <a:buSzPts val="1000"/>
              <a:buNone/>
              <a:defRPr sz="1000"/>
            </a:lvl1pPr>
            <a:lvl2pPr lvl="1" algn="r">
              <a:spcBef>
                <a:spcPts val="0"/>
              </a:spcBef>
              <a:spcAft>
                <a:spcPts val="0"/>
              </a:spcAft>
              <a:buSzPts val="1000"/>
              <a:buNone/>
              <a:defRPr sz="1000"/>
            </a:lvl2pPr>
            <a:lvl3pPr lvl="2" algn="r">
              <a:spcBef>
                <a:spcPts val="0"/>
              </a:spcBef>
              <a:spcAft>
                <a:spcPts val="0"/>
              </a:spcAft>
              <a:buSzPts val="1000"/>
              <a:buNone/>
              <a:defRPr sz="1000"/>
            </a:lvl3pPr>
            <a:lvl4pPr lvl="3" algn="r">
              <a:spcBef>
                <a:spcPts val="0"/>
              </a:spcBef>
              <a:spcAft>
                <a:spcPts val="0"/>
              </a:spcAft>
              <a:buSzPts val="1000"/>
              <a:buNone/>
              <a:defRPr sz="1000"/>
            </a:lvl4pPr>
            <a:lvl5pPr lvl="4" algn="r">
              <a:spcBef>
                <a:spcPts val="0"/>
              </a:spcBef>
              <a:spcAft>
                <a:spcPts val="0"/>
              </a:spcAft>
              <a:buSzPts val="1000"/>
              <a:buNone/>
              <a:defRPr sz="1000"/>
            </a:lvl5pPr>
            <a:lvl6pPr lvl="5" algn="r">
              <a:spcBef>
                <a:spcPts val="0"/>
              </a:spcBef>
              <a:spcAft>
                <a:spcPts val="0"/>
              </a:spcAft>
              <a:buSzPts val="1000"/>
              <a:buNone/>
              <a:defRPr sz="1000"/>
            </a:lvl6pPr>
            <a:lvl7pPr lvl="6" algn="r">
              <a:spcBef>
                <a:spcPts val="0"/>
              </a:spcBef>
              <a:spcAft>
                <a:spcPts val="0"/>
              </a:spcAft>
              <a:buSzPts val="1000"/>
              <a:buNone/>
              <a:defRPr sz="1000"/>
            </a:lvl7pPr>
            <a:lvl8pPr lvl="7" algn="r">
              <a:spcBef>
                <a:spcPts val="0"/>
              </a:spcBef>
              <a:spcAft>
                <a:spcPts val="0"/>
              </a:spcAft>
              <a:buSzPts val="1000"/>
              <a:buNone/>
              <a:defRPr sz="1000"/>
            </a:lvl8pPr>
            <a:lvl9pPr lvl="8" algn="r">
              <a:spcBef>
                <a:spcPts val="0"/>
              </a:spcBef>
              <a:spcAft>
                <a:spcPts val="0"/>
              </a:spcAft>
              <a:buSzPts val="1000"/>
              <a:buNone/>
              <a:defRPr sz="1000"/>
            </a:lvl9pPr>
          </a:lstStyle>
          <a:p/>
        </p:txBody>
      </p:sp>
      <p:sp>
        <p:nvSpPr>
          <p:cNvPr id="440" name="Google Shape;440;p52"/>
          <p:cNvSpPr txBox="1"/>
          <p:nvPr>
            <p:ph idx="5" type="subTitle"/>
          </p:nvPr>
        </p:nvSpPr>
        <p:spPr>
          <a:xfrm>
            <a:off x="251509" y="1663525"/>
            <a:ext cx="1593900" cy="158100"/>
          </a:xfrm>
          <a:prstGeom prst="rect">
            <a:avLst/>
          </a:prstGeom>
        </p:spPr>
        <p:txBody>
          <a:bodyPr anchorCtr="0" anchor="t" bIns="0" lIns="0" spcFirstLastPara="1" rIns="0" wrap="square" tIns="0">
            <a:noAutofit/>
          </a:bodyPr>
          <a:lstStyle>
            <a:lvl1pPr lvl="0" algn="r">
              <a:spcBef>
                <a:spcPts val="0"/>
              </a:spcBef>
              <a:spcAft>
                <a:spcPts val="0"/>
              </a:spcAft>
              <a:buSzPts val="800"/>
              <a:buNone/>
              <a:defRPr sz="800"/>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p:txBody>
      </p:sp>
      <p:sp>
        <p:nvSpPr>
          <p:cNvPr id="441" name="Google Shape;441;p52"/>
          <p:cNvSpPr/>
          <p:nvPr>
            <p:ph idx="6" type="pic"/>
          </p:nvPr>
        </p:nvSpPr>
        <p:spPr>
          <a:xfrm>
            <a:off x="1943050" y="3402238"/>
            <a:ext cx="573900" cy="570600"/>
          </a:xfrm>
          <a:prstGeom prst="roundRect">
            <a:avLst>
              <a:gd fmla="val 16667" name="adj"/>
            </a:avLst>
          </a:prstGeom>
          <a:noFill/>
          <a:ln>
            <a:noFill/>
          </a:ln>
        </p:spPr>
      </p:sp>
      <p:sp>
        <p:nvSpPr>
          <p:cNvPr id="442" name="Google Shape;442;p52"/>
          <p:cNvSpPr txBox="1"/>
          <p:nvPr>
            <p:ph idx="7" type="title"/>
          </p:nvPr>
        </p:nvSpPr>
        <p:spPr>
          <a:xfrm>
            <a:off x="251500" y="2163700"/>
            <a:ext cx="1593900" cy="176400"/>
          </a:xfrm>
          <a:prstGeom prst="rect">
            <a:avLst/>
          </a:prstGeom>
        </p:spPr>
        <p:txBody>
          <a:bodyPr anchorCtr="0" anchor="t" bIns="0" lIns="0" spcFirstLastPara="1" rIns="0" wrap="square" tIns="0">
            <a:noAutofit/>
          </a:bodyPr>
          <a:lstStyle>
            <a:lvl1pPr lvl="0" algn="r">
              <a:spcBef>
                <a:spcPts val="0"/>
              </a:spcBef>
              <a:spcAft>
                <a:spcPts val="0"/>
              </a:spcAft>
              <a:buSzPts val="1000"/>
              <a:buNone/>
              <a:defRPr sz="1000"/>
            </a:lvl1pPr>
            <a:lvl2pPr lvl="1" algn="r">
              <a:spcBef>
                <a:spcPts val="0"/>
              </a:spcBef>
              <a:spcAft>
                <a:spcPts val="0"/>
              </a:spcAft>
              <a:buSzPts val="1000"/>
              <a:buNone/>
              <a:defRPr sz="1000"/>
            </a:lvl2pPr>
            <a:lvl3pPr lvl="2" algn="r">
              <a:spcBef>
                <a:spcPts val="0"/>
              </a:spcBef>
              <a:spcAft>
                <a:spcPts val="0"/>
              </a:spcAft>
              <a:buSzPts val="1000"/>
              <a:buNone/>
              <a:defRPr sz="1000"/>
            </a:lvl3pPr>
            <a:lvl4pPr lvl="3" algn="r">
              <a:spcBef>
                <a:spcPts val="0"/>
              </a:spcBef>
              <a:spcAft>
                <a:spcPts val="0"/>
              </a:spcAft>
              <a:buSzPts val="1000"/>
              <a:buNone/>
              <a:defRPr sz="1000"/>
            </a:lvl4pPr>
            <a:lvl5pPr lvl="4" algn="r">
              <a:spcBef>
                <a:spcPts val="0"/>
              </a:spcBef>
              <a:spcAft>
                <a:spcPts val="0"/>
              </a:spcAft>
              <a:buSzPts val="1000"/>
              <a:buNone/>
              <a:defRPr sz="1000"/>
            </a:lvl5pPr>
            <a:lvl6pPr lvl="5" algn="r">
              <a:spcBef>
                <a:spcPts val="0"/>
              </a:spcBef>
              <a:spcAft>
                <a:spcPts val="0"/>
              </a:spcAft>
              <a:buSzPts val="1000"/>
              <a:buNone/>
              <a:defRPr sz="1000"/>
            </a:lvl6pPr>
            <a:lvl7pPr lvl="6" algn="r">
              <a:spcBef>
                <a:spcPts val="0"/>
              </a:spcBef>
              <a:spcAft>
                <a:spcPts val="0"/>
              </a:spcAft>
              <a:buSzPts val="1000"/>
              <a:buNone/>
              <a:defRPr sz="1000"/>
            </a:lvl7pPr>
            <a:lvl8pPr lvl="7" algn="r">
              <a:spcBef>
                <a:spcPts val="0"/>
              </a:spcBef>
              <a:spcAft>
                <a:spcPts val="0"/>
              </a:spcAft>
              <a:buSzPts val="1000"/>
              <a:buNone/>
              <a:defRPr sz="1000"/>
            </a:lvl8pPr>
            <a:lvl9pPr lvl="8" algn="r">
              <a:spcBef>
                <a:spcPts val="0"/>
              </a:spcBef>
              <a:spcAft>
                <a:spcPts val="0"/>
              </a:spcAft>
              <a:buSzPts val="1000"/>
              <a:buNone/>
              <a:defRPr sz="1000"/>
            </a:lvl9pPr>
          </a:lstStyle>
          <a:p/>
        </p:txBody>
      </p:sp>
      <p:sp>
        <p:nvSpPr>
          <p:cNvPr id="443" name="Google Shape;443;p52"/>
          <p:cNvSpPr txBox="1"/>
          <p:nvPr>
            <p:ph idx="8" type="subTitle"/>
          </p:nvPr>
        </p:nvSpPr>
        <p:spPr>
          <a:xfrm>
            <a:off x="251609" y="2340050"/>
            <a:ext cx="1593900" cy="158100"/>
          </a:xfrm>
          <a:prstGeom prst="rect">
            <a:avLst/>
          </a:prstGeom>
        </p:spPr>
        <p:txBody>
          <a:bodyPr anchorCtr="0" anchor="t" bIns="0" lIns="0" spcFirstLastPara="1" rIns="0" wrap="square" tIns="0">
            <a:noAutofit/>
          </a:bodyPr>
          <a:lstStyle>
            <a:lvl1pPr lvl="0" algn="r">
              <a:spcBef>
                <a:spcPts val="0"/>
              </a:spcBef>
              <a:spcAft>
                <a:spcPts val="0"/>
              </a:spcAft>
              <a:buSzPts val="800"/>
              <a:buNone/>
              <a:defRPr sz="800"/>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p:txBody>
      </p:sp>
      <p:sp>
        <p:nvSpPr>
          <p:cNvPr id="444" name="Google Shape;444;p52"/>
          <p:cNvSpPr/>
          <p:nvPr>
            <p:ph idx="9" type="pic"/>
          </p:nvPr>
        </p:nvSpPr>
        <p:spPr>
          <a:xfrm>
            <a:off x="1942950" y="2724525"/>
            <a:ext cx="573900" cy="570600"/>
          </a:xfrm>
          <a:prstGeom prst="roundRect">
            <a:avLst>
              <a:gd fmla="val 16667" name="adj"/>
            </a:avLst>
          </a:prstGeom>
          <a:noFill/>
          <a:ln>
            <a:noFill/>
          </a:ln>
        </p:spPr>
      </p:sp>
      <p:sp>
        <p:nvSpPr>
          <p:cNvPr id="445" name="Google Shape;445;p52"/>
          <p:cNvSpPr txBox="1"/>
          <p:nvPr>
            <p:ph idx="13" type="title"/>
          </p:nvPr>
        </p:nvSpPr>
        <p:spPr>
          <a:xfrm>
            <a:off x="251400" y="2842600"/>
            <a:ext cx="1593900" cy="176400"/>
          </a:xfrm>
          <a:prstGeom prst="rect">
            <a:avLst/>
          </a:prstGeom>
        </p:spPr>
        <p:txBody>
          <a:bodyPr anchorCtr="0" anchor="t" bIns="0" lIns="0" spcFirstLastPara="1" rIns="0" wrap="square" tIns="0">
            <a:noAutofit/>
          </a:bodyPr>
          <a:lstStyle>
            <a:lvl1pPr lvl="0" algn="r">
              <a:spcBef>
                <a:spcPts val="0"/>
              </a:spcBef>
              <a:spcAft>
                <a:spcPts val="0"/>
              </a:spcAft>
              <a:buSzPts val="1000"/>
              <a:buNone/>
              <a:defRPr sz="1000"/>
            </a:lvl1pPr>
            <a:lvl2pPr lvl="1" algn="r">
              <a:spcBef>
                <a:spcPts val="0"/>
              </a:spcBef>
              <a:spcAft>
                <a:spcPts val="0"/>
              </a:spcAft>
              <a:buSzPts val="1000"/>
              <a:buNone/>
              <a:defRPr sz="1000"/>
            </a:lvl2pPr>
            <a:lvl3pPr lvl="2" algn="r">
              <a:spcBef>
                <a:spcPts val="0"/>
              </a:spcBef>
              <a:spcAft>
                <a:spcPts val="0"/>
              </a:spcAft>
              <a:buSzPts val="1000"/>
              <a:buNone/>
              <a:defRPr sz="1000"/>
            </a:lvl3pPr>
            <a:lvl4pPr lvl="3" algn="r">
              <a:spcBef>
                <a:spcPts val="0"/>
              </a:spcBef>
              <a:spcAft>
                <a:spcPts val="0"/>
              </a:spcAft>
              <a:buSzPts val="1000"/>
              <a:buNone/>
              <a:defRPr sz="1000"/>
            </a:lvl4pPr>
            <a:lvl5pPr lvl="4" algn="r">
              <a:spcBef>
                <a:spcPts val="0"/>
              </a:spcBef>
              <a:spcAft>
                <a:spcPts val="0"/>
              </a:spcAft>
              <a:buSzPts val="1000"/>
              <a:buNone/>
              <a:defRPr sz="1000"/>
            </a:lvl5pPr>
            <a:lvl6pPr lvl="5" algn="r">
              <a:spcBef>
                <a:spcPts val="0"/>
              </a:spcBef>
              <a:spcAft>
                <a:spcPts val="0"/>
              </a:spcAft>
              <a:buSzPts val="1000"/>
              <a:buNone/>
              <a:defRPr sz="1000"/>
            </a:lvl6pPr>
            <a:lvl7pPr lvl="6" algn="r">
              <a:spcBef>
                <a:spcPts val="0"/>
              </a:spcBef>
              <a:spcAft>
                <a:spcPts val="0"/>
              </a:spcAft>
              <a:buSzPts val="1000"/>
              <a:buNone/>
              <a:defRPr sz="1000"/>
            </a:lvl7pPr>
            <a:lvl8pPr lvl="7" algn="r">
              <a:spcBef>
                <a:spcPts val="0"/>
              </a:spcBef>
              <a:spcAft>
                <a:spcPts val="0"/>
              </a:spcAft>
              <a:buSzPts val="1000"/>
              <a:buNone/>
              <a:defRPr sz="1000"/>
            </a:lvl8pPr>
            <a:lvl9pPr lvl="8" algn="r">
              <a:spcBef>
                <a:spcPts val="0"/>
              </a:spcBef>
              <a:spcAft>
                <a:spcPts val="0"/>
              </a:spcAft>
              <a:buSzPts val="1000"/>
              <a:buNone/>
              <a:defRPr sz="1000"/>
            </a:lvl9pPr>
          </a:lstStyle>
          <a:p/>
        </p:txBody>
      </p:sp>
      <p:sp>
        <p:nvSpPr>
          <p:cNvPr id="446" name="Google Shape;446;p52"/>
          <p:cNvSpPr txBox="1"/>
          <p:nvPr>
            <p:ph idx="14" type="subTitle"/>
          </p:nvPr>
        </p:nvSpPr>
        <p:spPr>
          <a:xfrm>
            <a:off x="251509" y="3018950"/>
            <a:ext cx="1593900" cy="158100"/>
          </a:xfrm>
          <a:prstGeom prst="rect">
            <a:avLst/>
          </a:prstGeom>
        </p:spPr>
        <p:txBody>
          <a:bodyPr anchorCtr="0" anchor="t" bIns="0" lIns="0" spcFirstLastPara="1" rIns="0" wrap="square" tIns="0">
            <a:noAutofit/>
          </a:bodyPr>
          <a:lstStyle>
            <a:lvl1pPr lvl="0" algn="r">
              <a:spcBef>
                <a:spcPts val="0"/>
              </a:spcBef>
              <a:spcAft>
                <a:spcPts val="0"/>
              </a:spcAft>
              <a:buSzPts val="800"/>
              <a:buNone/>
              <a:defRPr sz="800"/>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p:txBody>
      </p:sp>
      <p:sp>
        <p:nvSpPr>
          <p:cNvPr id="447" name="Google Shape;447;p52"/>
          <p:cNvSpPr/>
          <p:nvPr>
            <p:ph idx="15" type="pic"/>
          </p:nvPr>
        </p:nvSpPr>
        <p:spPr>
          <a:xfrm>
            <a:off x="1942950" y="2046800"/>
            <a:ext cx="573900" cy="570600"/>
          </a:xfrm>
          <a:prstGeom prst="roundRect">
            <a:avLst>
              <a:gd fmla="val 16667" name="adj"/>
            </a:avLst>
          </a:prstGeom>
          <a:noFill/>
          <a:ln>
            <a:noFill/>
          </a:ln>
        </p:spPr>
      </p:sp>
      <p:sp>
        <p:nvSpPr>
          <p:cNvPr id="448" name="Google Shape;448;p52"/>
          <p:cNvSpPr txBox="1"/>
          <p:nvPr>
            <p:ph idx="16" type="title"/>
          </p:nvPr>
        </p:nvSpPr>
        <p:spPr>
          <a:xfrm>
            <a:off x="251400" y="3520313"/>
            <a:ext cx="1593900" cy="176400"/>
          </a:xfrm>
          <a:prstGeom prst="rect">
            <a:avLst/>
          </a:prstGeom>
        </p:spPr>
        <p:txBody>
          <a:bodyPr anchorCtr="0" anchor="t" bIns="0" lIns="0" spcFirstLastPara="1" rIns="0" wrap="square" tIns="0">
            <a:noAutofit/>
          </a:bodyPr>
          <a:lstStyle>
            <a:lvl1pPr lvl="0" algn="r">
              <a:spcBef>
                <a:spcPts val="0"/>
              </a:spcBef>
              <a:spcAft>
                <a:spcPts val="0"/>
              </a:spcAft>
              <a:buSzPts val="1000"/>
              <a:buNone/>
              <a:defRPr sz="1000"/>
            </a:lvl1pPr>
            <a:lvl2pPr lvl="1" algn="r">
              <a:spcBef>
                <a:spcPts val="0"/>
              </a:spcBef>
              <a:spcAft>
                <a:spcPts val="0"/>
              </a:spcAft>
              <a:buSzPts val="1000"/>
              <a:buNone/>
              <a:defRPr sz="1000"/>
            </a:lvl2pPr>
            <a:lvl3pPr lvl="2" algn="r">
              <a:spcBef>
                <a:spcPts val="0"/>
              </a:spcBef>
              <a:spcAft>
                <a:spcPts val="0"/>
              </a:spcAft>
              <a:buSzPts val="1000"/>
              <a:buNone/>
              <a:defRPr sz="1000"/>
            </a:lvl3pPr>
            <a:lvl4pPr lvl="3" algn="r">
              <a:spcBef>
                <a:spcPts val="0"/>
              </a:spcBef>
              <a:spcAft>
                <a:spcPts val="0"/>
              </a:spcAft>
              <a:buSzPts val="1000"/>
              <a:buNone/>
              <a:defRPr sz="1000"/>
            </a:lvl4pPr>
            <a:lvl5pPr lvl="4" algn="r">
              <a:spcBef>
                <a:spcPts val="0"/>
              </a:spcBef>
              <a:spcAft>
                <a:spcPts val="0"/>
              </a:spcAft>
              <a:buSzPts val="1000"/>
              <a:buNone/>
              <a:defRPr sz="1000"/>
            </a:lvl5pPr>
            <a:lvl6pPr lvl="5" algn="r">
              <a:spcBef>
                <a:spcPts val="0"/>
              </a:spcBef>
              <a:spcAft>
                <a:spcPts val="0"/>
              </a:spcAft>
              <a:buSzPts val="1000"/>
              <a:buNone/>
              <a:defRPr sz="1000"/>
            </a:lvl6pPr>
            <a:lvl7pPr lvl="6" algn="r">
              <a:spcBef>
                <a:spcPts val="0"/>
              </a:spcBef>
              <a:spcAft>
                <a:spcPts val="0"/>
              </a:spcAft>
              <a:buSzPts val="1000"/>
              <a:buNone/>
              <a:defRPr sz="1000"/>
            </a:lvl7pPr>
            <a:lvl8pPr lvl="7" algn="r">
              <a:spcBef>
                <a:spcPts val="0"/>
              </a:spcBef>
              <a:spcAft>
                <a:spcPts val="0"/>
              </a:spcAft>
              <a:buSzPts val="1000"/>
              <a:buNone/>
              <a:defRPr sz="1000"/>
            </a:lvl8pPr>
            <a:lvl9pPr lvl="8" algn="r">
              <a:spcBef>
                <a:spcPts val="0"/>
              </a:spcBef>
              <a:spcAft>
                <a:spcPts val="0"/>
              </a:spcAft>
              <a:buSzPts val="1000"/>
              <a:buNone/>
              <a:defRPr sz="1000"/>
            </a:lvl9pPr>
          </a:lstStyle>
          <a:p/>
        </p:txBody>
      </p:sp>
      <p:sp>
        <p:nvSpPr>
          <p:cNvPr id="449" name="Google Shape;449;p52"/>
          <p:cNvSpPr txBox="1"/>
          <p:nvPr>
            <p:ph idx="17" type="subTitle"/>
          </p:nvPr>
        </p:nvSpPr>
        <p:spPr>
          <a:xfrm>
            <a:off x="251509" y="3696663"/>
            <a:ext cx="1593900" cy="158100"/>
          </a:xfrm>
          <a:prstGeom prst="rect">
            <a:avLst/>
          </a:prstGeom>
        </p:spPr>
        <p:txBody>
          <a:bodyPr anchorCtr="0" anchor="t" bIns="0" lIns="0" spcFirstLastPara="1" rIns="0" wrap="square" tIns="0">
            <a:noAutofit/>
          </a:bodyPr>
          <a:lstStyle>
            <a:lvl1pPr lvl="0" algn="r">
              <a:spcBef>
                <a:spcPts val="0"/>
              </a:spcBef>
              <a:spcAft>
                <a:spcPts val="0"/>
              </a:spcAft>
              <a:buSzPts val="800"/>
              <a:buNone/>
              <a:defRPr sz="800"/>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p:txBody>
      </p:sp>
      <p:sp>
        <p:nvSpPr>
          <p:cNvPr id="450" name="Google Shape;450;p52"/>
          <p:cNvSpPr/>
          <p:nvPr>
            <p:ph idx="18" type="pic"/>
          </p:nvPr>
        </p:nvSpPr>
        <p:spPr>
          <a:xfrm>
            <a:off x="1942950" y="4079938"/>
            <a:ext cx="573900" cy="570600"/>
          </a:xfrm>
          <a:prstGeom prst="roundRect">
            <a:avLst>
              <a:gd fmla="val 16667" name="adj"/>
            </a:avLst>
          </a:prstGeom>
          <a:noFill/>
          <a:ln>
            <a:noFill/>
          </a:ln>
        </p:spPr>
      </p:sp>
      <p:sp>
        <p:nvSpPr>
          <p:cNvPr id="451" name="Google Shape;451;p52"/>
          <p:cNvSpPr txBox="1"/>
          <p:nvPr>
            <p:ph idx="19" type="title"/>
          </p:nvPr>
        </p:nvSpPr>
        <p:spPr>
          <a:xfrm>
            <a:off x="251400" y="4198013"/>
            <a:ext cx="1593900" cy="176400"/>
          </a:xfrm>
          <a:prstGeom prst="rect">
            <a:avLst/>
          </a:prstGeom>
        </p:spPr>
        <p:txBody>
          <a:bodyPr anchorCtr="0" anchor="t" bIns="0" lIns="0" spcFirstLastPara="1" rIns="0" wrap="square" tIns="0">
            <a:noAutofit/>
          </a:bodyPr>
          <a:lstStyle>
            <a:lvl1pPr lvl="0" algn="r">
              <a:spcBef>
                <a:spcPts val="0"/>
              </a:spcBef>
              <a:spcAft>
                <a:spcPts val="0"/>
              </a:spcAft>
              <a:buSzPts val="1000"/>
              <a:buNone/>
              <a:defRPr sz="1000"/>
            </a:lvl1pPr>
            <a:lvl2pPr lvl="1" algn="r">
              <a:spcBef>
                <a:spcPts val="0"/>
              </a:spcBef>
              <a:spcAft>
                <a:spcPts val="0"/>
              </a:spcAft>
              <a:buSzPts val="1000"/>
              <a:buNone/>
              <a:defRPr sz="1000"/>
            </a:lvl2pPr>
            <a:lvl3pPr lvl="2" algn="r">
              <a:spcBef>
                <a:spcPts val="0"/>
              </a:spcBef>
              <a:spcAft>
                <a:spcPts val="0"/>
              </a:spcAft>
              <a:buSzPts val="1000"/>
              <a:buNone/>
              <a:defRPr sz="1000"/>
            </a:lvl3pPr>
            <a:lvl4pPr lvl="3" algn="r">
              <a:spcBef>
                <a:spcPts val="0"/>
              </a:spcBef>
              <a:spcAft>
                <a:spcPts val="0"/>
              </a:spcAft>
              <a:buSzPts val="1000"/>
              <a:buNone/>
              <a:defRPr sz="1000"/>
            </a:lvl4pPr>
            <a:lvl5pPr lvl="4" algn="r">
              <a:spcBef>
                <a:spcPts val="0"/>
              </a:spcBef>
              <a:spcAft>
                <a:spcPts val="0"/>
              </a:spcAft>
              <a:buSzPts val="1000"/>
              <a:buNone/>
              <a:defRPr sz="1000"/>
            </a:lvl5pPr>
            <a:lvl6pPr lvl="5" algn="r">
              <a:spcBef>
                <a:spcPts val="0"/>
              </a:spcBef>
              <a:spcAft>
                <a:spcPts val="0"/>
              </a:spcAft>
              <a:buSzPts val="1000"/>
              <a:buNone/>
              <a:defRPr sz="1000"/>
            </a:lvl6pPr>
            <a:lvl7pPr lvl="6" algn="r">
              <a:spcBef>
                <a:spcPts val="0"/>
              </a:spcBef>
              <a:spcAft>
                <a:spcPts val="0"/>
              </a:spcAft>
              <a:buSzPts val="1000"/>
              <a:buNone/>
              <a:defRPr sz="1000"/>
            </a:lvl7pPr>
            <a:lvl8pPr lvl="7" algn="r">
              <a:spcBef>
                <a:spcPts val="0"/>
              </a:spcBef>
              <a:spcAft>
                <a:spcPts val="0"/>
              </a:spcAft>
              <a:buSzPts val="1000"/>
              <a:buNone/>
              <a:defRPr sz="1000"/>
            </a:lvl8pPr>
            <a:lvl9pPr lvl="8" algn="r">
              <a:spcBef>
                <a:spcPts val="0"/>
              </a:spcBef>
              <a:spcAft>
                <a:spcPts val="0"/>
              </a:spcAft>
              <a:buSzPts val="1000"/>
              <a:buNone/>
              <a:defRPr sz="1000"/>
            </a:lvl9pPr>
          </a:lstStyle>
          <a:p/>
        </p:txBody>
      </p:sp>
      <p:sp>
        <p:nvSpPr>
          <p:cNvPr id="452" name="Google Shape;452;p52"/>
          <p:cNvSpPr txBox="1"/>
          <p:nvPr>
            <p:ph idx="20" type="subTitle"/>
          </p:nvPr>
        </p:nvSpPr>
        <p:spPr>
          <a:xfrm>
            <a:off x="251509" y="4374363"/>
            <a:ext cx="1593900" cy="158100"/>
          </a:xfrm>
          <a:prstGeom prst="rect">
            <a:avLst/>
          </a:prstGeom>
        </p:spPr>
        <p:txBody>
          <a:bodyPr anchorCtr="0" anchor="t" bIns="0" lIns="0" spcFirstLastPara="1" rIns="0" wrap="square" tIns="0">
            <a:noAutofit/>
          </a:bodyPr>
          <a:lstStyle>
            <a:lvl1pPr lvl="0" algn="r">
              <a:spcBef>
                <a:spcPts val="0"/>
              </a:spcBef>
              <a:spcAft>
                <a:spcPts val="0"/>
              </a:spcAft>
              <a:buSzPts val="800"/>
              <a:buNone/>
              <a:defRPr sz="800"/>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p:txBody>
      </p:sp>
      <p:sp>
        <p:nvSpPr>
          <p:cNvPr id="453" name="Google Shape;453;p52"/>
          <p:cNvSpPr/>
          <p:nvPr/>
        </p:nvSpPr>
        <p:spPr>
          <a:xfrm rot="5400000">
            <a:off x="8611250" y="4735800"/>
            <a:ext cx="321000" cy="494100"/>
          </a:xfrm>
          <a:prstGeom prst="round2SameRect">
            <a:avLst>
              <a:gd fmla="val 50000"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4" name="Google Shape;454;p52"/>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put">
  <p:cSld name="BIG_NUMBER_1">
    <p:spTree>
      <p:nvGrpSpPr>
        <p:cNvPr id="455" name="Shape 455"/>
        <p:cNvGrpSpPr/>
        <p:nvPr/>
      </p:nvGrpSpPr>
      <p:grpSpPr>
        <a:xfrm>
          <a:off x="0" y="0"/>
          <a:ext cx="0" cy="0"/>
          <a:chOff x="0" y="0"/>
          <a:chExt cx="0" cy="0"/>
        </a:xfrm>
      </p:grpSpPr>
      <p:sp>
        <p:nvSpPr>
          <p:cNvPr id="456" name="Google Shape;456;p53"/>
          <p:cNvSpPr/>
          <p:nvPr/>
        </p:nvSpPr>
        <p:spPr>
          <a:xfrm rot="5400000">
            <a:off x="4391175" y="560850"/>
            <a:ext cx="321000" cy="8851800"/>
          </a:xfrm>
          <a:prstGeom prst="round2SameRect">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457" name="Google Shape;457;p53"/>
          <p:cNvSpPr txBox="1"/>
          <p:nvPr>
            <p:ph type="title"/>
          </p:nvPr>
        </p:nvSpPr>
        <p:spPr>
          <a:xfrm>
            <a:off x="122600" y="125600"/>
            <a:ext cx="7176900" cy="5439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Font typeface="Libre Baskerville"/>
              <a:buNone/>
              <a:defRPr sz="3600"/>
            </a:lvl2pPr>
            <a:lvl3pPr lvl="2">
              <a:spcBef>
                <a:spcPts val="0"/>
              </a:spcBef>
              <a:spcAft>
                <a:spcPts val="0"/>
              </a:spcAft>
              <a:buSzPts val="3600"/>
              <a:buFont typeface="Libre Baskerville"/>
              <a:buNone/>
              <a:defRPr sz="3600"/>
            </a:lvl3pPr>
            <a:lvl4pPr lvl="3">
              <a:spcBef>
                <a:spcPts val="0"/>
              </a:spcBef>
              <a:spcAft>
                <a:spcPts val="0"/>
              </a:spcAft>
              <a:buSzPts val="3600"/>
              <a:buFont typeface="Libre Baskerville"/>
              <a:buNone/>
              <a:defRPr sz="3600"/>
            </a:lvl4pPr>
            <a:lvl5pPr lvl="4">
              <a:spcBef>
                <a:spcPts val="0"/>
              </a:spcBef>
              <a:spcAft>
                <a:spcPts val="0"/>
              </a:spcAft>
              <a:buSzPts val="3600"/>
              <a:buFont typeface="Libre Baskerville"/>
              <a:buNone/>
              <a:defRPr sz="3600"/>
            </a:lvl5pPr>
            <a:lvl6pPr lvl="5">
              <a:spcBef>
                <a:spcPts val="0"/>
              </a:spcBef>
              <a:spcAft>
                <a:spcPts val="0"/>
              </a:spcAft>
              <a:buSzPts val="3600"/>
              <a:buFont typeface="Libre Baskerville"/>
              <a:buNone/>
              <a:defRPr sz="3600"/>
            </a:lvl6pPr>
            <a:lvl7pPr lvl="6">
              <a:spcBef>
                <a:spcPts val="0"/>
              </a:spcBef>
              <a:spcAft>
                <a:spcPts val="0"/>
              </a:spcAft>
              <a:buSzPts val="3600"/>
              <a:buFont typeface="Libre Baskerville"/>
              <a:buNone/>
              <a:defRPr sz="3600"/>
            </a:lvl7pPr>
            <a:lvl8pPr lvl="7">
              <a:spcBef>
                <a:spcPts val="0"/>
              </a:spcBef>
              <a:spcAft>
                <a:spcPts val="0"/>
              </a:spcAft>
              <a:buSzPts val="3600"/>
              <a:buFont typeface="Libre Baskerville"/>
              <a:buNone/>
              <a:defRPr sz="3600"/>
            </a:lvl8pPr>
            <a:lvl9pPr lvl="8">
              <a:spcBef>
                <a:spcPts val="0"/>
              </a:spcBef>
              <a:spcAft>
                <a:spcPts val="0"/>
              </a:spcAft>
              <a:buSzPts val="3600"/>
              <a:buFont typeface="Libre Baskerville"/>
              <a:buNone/>
              <a:defRPr sz="3600"/>
            </a:lvl9pPr>
          </a:lstStyle>
          <a:p/>
        </p:txBody>
      </p:sp>
      <p:cxnSp>
        <p:nvCxnSpPr>
          <p:cNvPr id="458" name="Google Shape;458;p53"/>
          <p:cNvCxnSpPr/>
          <p:nvPr/>
        </p:nvCxnSpPr>
        <p:spPr>
          <a:xfrm>
            <a:off x="2762250" y="4827350"/>
            <a:ext cx="0" cy="316800"/>
          </a:xfrm>
          <a:prstGeom prst="straightConnector1">
            <a:avLst/>
          </a:prstGeom>
          <a:noFill/>
          <a:ln cap="flat" cmpd="sng" w="9525">
            <a:solidFill>
              <a:schemeClr val="dk1"/>
            </a:solidFill>
            <a:prstDash val="solid"/>
            <a:round/>
            <a:headEnd len="med" w="med" type="none"/>
            <a:tailEnd len="med" w="med" type="none"/>
          </a:ln>
        </p:spPr>
      </p:cxnSp>
      <p:sp>
        <p:nvSpPr>
          <p:cNvPr id="459" name="Google Shape;459;p53"/>
          <p:cNvSpPr txBox="1"/>
          <p:nvPr>
            <p:ph idx="1" type="subTitle"/>
          </p:nvPr>
        </p:nvSpPr>
        <p:spPr>
          <a:xfrm>
            <a:off x="251400" y="4827075"/>
            <a:ext cx="2205900" cy="314100"/>
          </a:xfrm>
          <a:prstGeom prst="rect">
            <a:avLst/>
          </a:prstGeom>
        </p:spPr>
        <p:txBody>
          <a:bodyPr anchorCtr="0" anchor="t" bIns="91425" lIns="91425" spcFirstLastPara="1" rIns="91425" wrap="square" tIns="91425">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60" name="Google Shape;460;p53"/>
          <p:cNvSpPr txBox="1"/>
          <p:nvPr>
            <p:ph idx="2" type="subTitle"/>
          </p:nvPr>
        </p:nvSpPr>
        <p:spPr>
          <a:xfrm>
            <a:off x="3545100" y="4829700"/>
            <a:ext cx="2053800" cy="314100"/>
          </a:xfrm>
          <a:prstGeom prst="rect">
            <a:avLst/>
          </a:prstGeom>
        </p:spPr>
        <p:txBody>
          <a:bodyPr anchorCtr="0" anchor="t" bIns="91425" lIns="91425" spcFirstLastPara="1" rIns="91425" wrap="square" tIns="91425">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461" name="Google Shape;461;p53"/>
          <p:cNvSpPr/>
          <p:nvPr>
            <p:ph idx="3" type="pic"/>
          </p:nvPr>
        </p:nvSpPr>
        <p:spPr>
          <a:xfrm>
            <a:off x="698650" y="1400050"/>
            <a:ext cx="573900" cy="570600"/>
          </a:xfrm>
          <a:prstGeom prst="roundRect">
            <a:avLst>
              <a:gd fmla="val 16667" name="adj"/>
            </a:avLst>
          </a:prstGeom>
          <a:noFill/>
          <a:ln>
            <a:noFill/>
          </a:ln>
        </p:spPr>
      </p:sp>
      <p:sp>
        <p:nvSpPr>
          <p:cNvPr id="462" name="Google Shape;462;p53"/>
          <p:cNvSpPr txBox="1"/>
          <p:nvPr>
            <p:ph idx="4" type="title"/>
          </p:nvPr>
        </p:nvSpPr>
        <p:spPr>
          <a:xfrm>
            <a:off x="251400" y="2042625"/>
            <a:ext cx="1468200" cy="176400"/>
          </a:xfrm>
          <a:prstGeom prst="rect">
            <a:avLst/>
          </a:prstGeom>
        </p:spPr>
        <p:txBody>
          <a:bodyPr anchorCtr="0" anchor="t" bIns="0" lIns="0" spcFirstLastPara="1" rIns="0" wrap="square" tIns="0">
            <a:noAutofit/>
          </a:bodyPr>
          <a:lstStyle>
            <a:lvl1pPr lvl="0" algn="ctr">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463" name="Google Shape;463;p53"/>
          <p:cNvSpPr txBox="1"/>
          <p:nvPr>
            <p:ph idx="5" type="subTitle"/>
          </p:nvPr>
        </p:nvSpPr>
        <p:spPr>
          <a:xfrm>
            <a:off x="251500" y="2218975"/>
            <a:ext cx="1468200" cy="158100"/>
          </a:xfrm>
          <a:prstGeom prst="rect">
            <a:avLst/>
          </a:prstGeom>
        </p:spPr>
        <p:txBody>
          <a:bodyPr anchorCtr="0" anchor="t" bIns="0" lIns="0" spcFirstLastPara="1" rIns="0" wrap="square" tIns="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464" name="Google Shape;464;p53"/>
          <p:cNvSpPr/>
          <p:nvPr>
            <p:ph idx="6" type="pic"/>
          </p:nvPr>
        </p:nvSpPr>
        <p:spPr>
          <a:xfrm>
            <a:off x="6080550" y="1400050"/>
            <a:ext cx="573900" cy="570600"/>
          </a:xfrm>
          <a:prstGeom prst="roundRect">
            <a:avLst>
              <a:gd fmla="val 16667" name="adj"/>
            </a:avLst>
          </a:prstGeom>
          <a:noFill/>
          <a:ln>
            <a:noFill/>
          </a:ln>
        </p:spPr>
      </p:sp>
      <p:sp>
        <p:nvSpPr>
          <p:cNvPr id="465" name="Google Shape;465;p53"/>
          <p:cNvSpPr txBox="1"/>
          <p:nvPr>
            <p:ph idx="7" type="title"/>
          </p:nvPr>
        </p:nvSpPr>
        <p:spPr>
          <a:xfrm>
            <a:off x="2028100" y="2042625"/>
            <a:ext cx="1468200" cy="176400"/>
          </a:xfrm>
          <a:prstGeom prst="rect">
            <a:avLst/>
          </a:prstGeom>
        </p:spPr>
        <p:txBody>
          <a:bodyPr anchorCtr="0" anchor="t" bIns="0" lIns="0" spcFirstLastPara="1" rIns="0" wrap="square" tIns="0">
            <a:noAutofit/>
          </a:bodyPr>
          <a:lstStyle>
            <a:lvl1pPr lvl="0" algn="ctr">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466" name="Google Shape;466;p53"/>
          <p:cNvSpPr txBox="1"/>
          <p:nvPr>
            <p:ph idx="8" type="subTitle"/>
          </p:nvPr>
        </p:nvSpPr>
        <p:spPr>
          <a:xfrm>
            <a:off x="2028200" y="2218975"/>
            <a:ext cx="1468200" cy="158100"/>
          </a:xfrm>
          <a:prstGeom prst="rect">
            <a:avLst/>
          </a:prstGeom>
        </p:spPr>
        <p:txBody>
          <a:bodyPr anchorCtr="0" anchor="t" bIns="0" lIns="0" spcFirstLastPara="1" rIns="0" wrap="square" tIns="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467" name="Google Shape;467;p53"/>
          <p:cNvSpPr/>
          <p:nvPr>
            <p:ph idx="9" type="pic"/>
          </p:nvPr>
        </p:nvSpPr>
        <p:spPr>
          <a:xfrm>
            <a:off x="4285500" y="1400050"/>
            <a:ext cx="573900" cy="570600"/>
          </a:xfrm>
          <a:prstGeom prst="roundRect">
            <a:avLst>
              <a:gd fmla="val 16667" name="adj"/>
            </a:avLst>
          </a:prstGeom>
          <a:noFill/>
          <a:ln>
            <a:noFill/>
          </a:ln>
        </p:spPr>
      </p:sp>
      <p:sp>
        <p:nvSpPr>
          <p:cNvPr id="468" name="Google Shape;468;p53"/>
          <p:cNvSpPr txBox="1"/>
          <p:nvPr>
            <p:ph idx="13" type="title"/>
          </p:nvPr>
        </p:nvSpPr>
        <p:spPr>
          <a:xfrm>
            <a:off x="3838250" y="2042625"/>
            <a:ext cx="1468200" cy="176400"/>
          </a:xfrm>
          <a:prstGeom prst="rect">
            <a:avLst/>
          </a:prstGeom>
        </p:spPr>
        <p:txBody>
          <a:bodyPr anchorCtr="0" anchor="t" bIns="0" lIns="0" spcFirstLastPara="1" rIns="0" wrap="square" tIns="0">
            <a:noAutofit/>
          </a:bodyPr>
          <a:lstStyle>
            <a:lvl1pPr lvl="0" algn="ctr">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469" name="Google Shape;469;p53"/>
          <p:cNvSpPr txBox="1"/>
          <p:nvPr>
            <p:ph idx="14" type="subTitle"/>
          </p:nvPr>
        </p:nvSpPr>
        <p:spPr>
          <a:xfrm>
            <a:off x="3838350" y="2218975"/>
            <a:ext cx="1468200" cy="158100"/>
          </a:xfrm>
          <a:prstGeom prst="rect">
            <a:avLst/>
          </a:prstGeom>
        </p:spPr>
        <p:txBody>
          <a:bodyPr anchorCtr="0" anchor="t" bIns="0" lIns="0" spcFirstLastPara="1" rIns="0" wrap="square" tIns="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470" name="Google Shape;470;p53"/>
          <p:cNvSpPr/>
          <p:nvPr>
            <p:ph idx="15" type="pic"/>
          </p:nvPr>
        </p:nvSpPr>
        <p:spPr>
          <a:xfrm>
            <a:off x="2475250" y="1400050"/>
            <a:ext cx="573900" cy="570600"/>
          </a:xfrm>
          <a:prstGeom prst="roundRect">
            <a:avLst>
              <a:gd fmla="val 16667" name="adj"/>
            </a:avLst>
          </a:prstGeom>
          <a:noFill/>
          <a:ln>
            <a:noFill/>
          </a:ln>
        </p:spPr>
      </p:sp>
      <p:sp>
        <p:nvSpPr>
          <p:cNvPr id="471" name="Google Shape;471;p53"/>
          <p:cNvSpPr txBox="1"/>
          <p:nvPr>
            <p:ph idx="16" type="title"/>
          </p:nvPr>
        </p:nvSpPr>
        <p:spPr>
          <a:xfrm>
            <a:off x="5633300" y="2042625"/>
            <a:ext cx="1468200" cy="176400"/>
          </a:xfrm>
          <a:prstGeom prst="rect">
            <a:avLst/>
          </a:prstGeom>
        </p:spPr>
        <p:txBody>
          <a:bodyPr anchorCtr="0" anchor="t" bIns="0" lIns="0" spcFirstLastPara="1" rIns="0" wrap="square" tIns="0">
            <a:noAutofit/>
          </a:bodyPr>
          <a:lstStyle>
            <a:lvl1pPr lvl="0" algn="ctr">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472" name="Google Shape;472;p53"/>
          <p:cNvSpPr txBox="1"/>
          <p:nvPr>
            <p:ph idx="17" type="subTitle"/>
          </p:nvPr>
        </p:nvSpPr>
        <p:spPr>
          <a:xfrm>
            <a:off x="5633400" y="2218975"/>
            <a:ext cx="1468200" cy="158100"/>
          </a:xfrm>
          <a:prstGeom prst="rect">
            <a:avLst/>
          </a:prstGeom>
        </p:spPr>
        <p:txBody>
          <a:bodyPr anchorCtr="0" anchor="t" bIns="0" lIns="0" spcFirstLastPara="1" rIns="0" wrap="square" tIns="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473" name="Google Shape;473;p53"/>
          <p:cNvSpPr/>
          <p:nvPr>
            <p:ph idx="18" type="pic"/>
          </p:nvPr>
        </p:nvSpPr>
        <p:spPr>
          <a:xfrm>
            <a:off x="7872450" y="1400050"/>
            <a:ext cx="573900" cy="570600"/>
          </a:xfrm>
          <a:prstGeom prst="roundRect">
            <a:avLst>
              <a:gd fmla="val 16667" name="adj"/>
            </a:avLst>
          </a:prstGeom>
          <a:noFill/>
          <a:ln>
            <a:noFill/>
          </a:ln>
        </p:spPr>
      </p:sp>
      <p:sp>
        <p:nvSpPr>
          <p:cNvPr id="474" name="Google Shape;474;p53"/>
          <p:cNvSpPr txBox="1"/>
          <p:nvPr>
            <p:ph idx="19" type="title"/>
          </p:nvPr>
        </p:nvSpPr>
        <p:spPr>
          <a:xfrm>
            <a:off x="7425200" y="2042625"/>
            <a:ext cx="1468200" cy="176400"/>
          </a:xfrm>
          <a:prstGeom prst="rect">
            <a:avLst/>
          </a:prstGeom>
        </p:spPr>
        <p:txBody>
          <a:bodyPr anchorCtr="0" anchor="t" bIns="0" lIns="0" spcFirstLastPara="1" rIns="0" wrap="square" tIns="0">
            <a:noAutofit/>
          </a:bodyPr>
          <a:lstStyle>
            <a:lvl1pPr lvl="0" algn="ctr">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475" name="Google Shape;475;p53"/>
          <p:cNvSpPr txBox="1"/>
          <p:nvPr>
            <p:ph idx="20" type="subTitle"/>
          </p:nvPr>
        </p:nvSpPr>
        <p:spPr>
          <a:xfrm>
            <a:off x="7425300" y="2218975"/>
            <a:ext cx="1468200" cy="158100"/>
          </a:xfrm>
          <a:prstGeom prst="rect">
            <a:avLst/>
          </a:prstGeom>
        </p:spPr>
        <p:txBody>
          <a:bodyPr anchorCtr="0" anchor="t" bIns="0" lIns="0" spcFirstLastPara="1" rIns="0" wrap="square" tIns="0">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476" name="Google Shape;476;p53"/>
          <p:cNvSpPr/>
          <p:nvPr/>
        </p:nvSpPr>
        <p:spPr>
          <a:xfrm rot="5400000">
            <a:off x="8611250" y="4735800"/>
            <a:ext cx="321000" cy="494100"/>
          </a:xfrm>
          <a:prstGeom prst="round2SameRect">
            <a:avLst>
              <a:gd fmla="val 50000"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7" name="Google Shape;477;p53"/>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at Went Well">
  <p:cSld name="CUSTOM">
    <p:spTree>
      <p:nvGrpSpPr>
        <p:cNvPr id="478" name="Shape 478"/>
        <p:cNvGrpSpPr/>
        <p:nvPr/>
      </p:nvGrpSpPr>
      <p:grpSpPr>
        <a:xfrm>
          <a:off x="0" y="0"/>
          <a:ext cx="0" cy="0"/>
          <a:chOff x="0" y="0"/>
          <a:chExt cx="0" cy="0"/>
        </a:xfrm>
      </p:grpSpPr>
      <p:sp>
        <p:nvSpPr>
          <p:cNvPr id="479" name="Google Shape;479;p54"/>
          <p:cNvSpPr/>
          <p:nvPr/>
        </p:nvSpPr>
        <p:spPr>
          <a:xfrm rot="5400000">
            <a:off x="4391175" y="560850"/>
            <a:ext cx="321000" cy="8851800"/>
          </a:xfrm>
          <a:prstGeom prst="round2SameRect">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480" name="Google Shape;480;p54"/>
          <p:cNvSpPr/>
          <p:nvPr/>
        </p:nvSpPr>
        <p:spPr>
          <a:xfrm>
            <a:off x="4907100" y="125600"/>
            <a:ext cx="4111200" cy="45759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54"/>
          <p:cNvSpPr txBox="1"/>
          <p:nvPr>
            <p:ph idx="1" type="body"/>
          </p:nvPr>
        </p:nvSpPr>
        <p:spPr>
          <a:xfrm>
            <a:off x="5218050" y="1222400"/>
            <a:ext cx="3489300" cy="23823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Font typeface="Libre Baskerville"/>
              <a:buChar char="●"/>
              <a:defRPr>
                <a:latin typeface="Libre Baskerville"/>
                <a:ea typeface="Libre Baskerville"/>
                <a:cs typeface="Libre Baskerville"/>
                <a:sym typeface="Libre Baskerville"/>
              </a:defRPr>
            </a:lvl1pPr>
            <a:lvl2pPr indent="-317500" lvl="1" marL="914400">
              <a:spcBef>
                <a:spcPts val="0"/>
              </a:spcBef>
              <a:spcAft>
                <a:spcPts val="0"/>
              </a:spcAft>
              <a:buSzPts val="1400"/>
              <a:buFont typeface="Libre Baskerville"/>
              <a:buChar char="○"/>
              <a:defRPr>
                <a:latin typeface="Libre Baskerville"/>
                <a:ea typeface="Libre Baskerville"/>
                <a:cs typeface="Libre Baskerville"/>
                <a:sym typeface="Libre Baskerville"/>
              </a:defRPr>
            </a:lvl2pPr>
            <a:lvl3pPr indent="-317500" lvl="2" marL="1371600">
              <a:spcBef>
                <a:spcPts val="0"/>
              </a:spcBef>
              <a:spcAft>
                <a:spcPts val="0"/>
              </a:spcAft>
              <a:buSzPts val="1400"/>
              <a:buFont typeface="Libre Baskerville"/>
              <a:buChar char="■"/>
              <a:defRPr>
                <a:latin typeface="Libre Baskerville"/>
                <a:ea typeface="Libre Baskerville"/>
                <a:cs typeface="Libre Baskerville"/>
                <a:sym typeface="Libre Baskerville"/>
              </a:defRPr>
            </a:lvl3pPr>
            <a:lvl4pPr indent="-317500" lvl="3" marL="1828800">
              <a:spcBef>
                <a:spcPts val="0"/>
              </a:spcBef>
              <a:spcAft>
                <a:spcPts val="0"/>
              </a:spcAft>
              <a:buSzPts val="1400"/>
              <a:buFont typeface="Libre Baskerville"/>
              <a:buChar char="●"/>
              <a:defRPr>
                <a:latin typeface="Libre Baskerville"/>
                <a:ea typeface="Libre Baskerville"/>
                <a:cs typeface="Libre Baskerville"/>
                <a:sym typeface="Libre Baskerville"/>
              </a:defRPr>
            </a:lvl4pPr>
            <a:lvl5pPr indent="-317500" lvl="4" marL="2286000">
              <a:spcBef>
                <a:spcPts val="0"/>
              </a:spcBef>
              <a:spcAft>
                <a:spcPts val="0"/>
              </a:spcAft>
              <a:buSzPts val="1400"/>
              <a:buFont typeface="Libre Baskerville"/>
              <a:buChar char="○"/>
              <a:defRPr>
                <a:latin typeface="Libre Baskerville"/>
                <a:ea typeface="Libre Baskerville"/>
                <a:cs typeface="Libre Baskerville"/>
                <a:sym typeface="Libre Baskerville"/>
              </a:defRPr>
            </a:lvl5pPr>
            <a:lvl6pPr indent="-317500" lvl="5" marL="2743200">
              <a:spcBef>
                <a:spcPts val="0"/>
              </a:spcBef>
              <a:spcAft>
                <a:spcPts val="0"/>
              </a:spcAft>
              <a:buSzPts val="1400"/>
              <a:buFont typeface="Libre Baskerville"/>
              <a:buChar char="■"/>
              <a:defRPr>
                <a:latin typeface="Libre Baskerville"/>
                <a:ea typeface="Libre Baskerville"/>
                <a:cs typeface="Libre Baskerville"/>
                <a:sym typeface="Libre Baskerville"/>
              </a:defRPr>
            </a:lvl6pPr>
            <a:lvl7pPr indent="-317500" lvl="6" marL="3200400">
              <a:spcBef>
                <a:spcPts val="0"/>
              </a:spcBef>
              <a:spcAft>
                <a:spcPts val="0"/>
              </a:spcAft>
              <a:buSzPts val="1400"/>
              <a:buFont typeface="Libre Baskerville"/>
              <a:buChar char="●"/>
              <a:defRPr>
                <a:latin typeface="Libre Baskerville"/>
                <a:ea typeface="Libre Baskerville"/>
                <a:cs typeface="Libre Baskerville"/>
                <a:sym typeface="Libre Baskerville"/>
              </a:defRPr>
            </a:lvl7pPr>
            <a:lvl8pPr indent="-317500" lvl="7" marL="3657600">
              <a:spcBef>
                <a:spcPts val="0"/>
              </a:spcBef>
              <a:spcAft>
                <a:spcPts val="0"/>
              </a:spcAft>
              <a:buSzPts val="1400"/>
              <a:buFont typeface="Libre Baskerville"/>
              <a:buChar char="○"/>
              <a:defRPr>
                <a:latin typeface="Libre Baskerville"/>
                <a:ea typeface="Libre Baskerville"/>
                <a:cs typeface="Libre Baskerville"/>
                <a:sym typeface="Libre Baskerville"/>
              </a:defRPr>
            </a:lvl8pPr>
            <a:lvl9pPr indent="-317500" lvl="8" marL="4114800">
              <a:spcBef>
                <a:spcPts val="0"/>
              </a:spcBef>
              <a:spcAft>
                <a:spcPts val="0"/>
              </a:spcAft>
              <a:buSzPts val="1400"/>
              <a:buFont typeface="Libre Baskerville"/>
              <a:buChar char="■"/>
              <a:defRPr>
                <a:latin typeface="Libre Baskerville"/>
                <a:ea typeface="Libre Baskerville"/>
                <a:cs typeface="Libre Baskerville"/>
                <a:sym typeface="Libre Baskerville"/>
              </a:defRPr>
            </a:lvl9pPr>
          </a:lstStyle>
          <a:p/>
        </p:txBody>
      </p:sp>
      <p:sp>
        <p:nvSpPr>
          <p:cNvPr id="482" name="Google Shape;482;p54"/>
          <p:cNvSpPr txBox="1"/>
          <p:nvPr>
            <p:ph type="title"/>
          </p:nvPr>
        </p:nvSpPr>
        <p:spPr>
          <a:xfrm>
            <a:off x="125700" y="125600"/>
            <a:ext cx="4580100" cy="16851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atin typeface="Roboto"/>
                <a:ea typeface="Roboto"/>
                <a:cs typeface="Roboto"/>
                <a:sym typeface="Roboto"/>
              </a:defRPr>
            </a:lvl2pPr>
            <a:lvl3pPr lvl="2">
              <a:spcBef>
                <a:spcPts val="0"/>
              </a:spcBef>
              <a:spcAft>
                <a:spcPts val="0"/>
              </a:spcAft>
              <a:buSzPts val="1400"/>
              <a:buNone/>
              <a:defRPr>
                <a:latin typeface="Roboto"/>
                <a:ea typeface="Roboto"/>
                <a:cs typeface="Roboto"/>
                <a:sym typeface="Roboto"/>
              </a:defRPr>
            </a:lvl3pPr>
            <a:lvl4pPr lvl="3">
              <a:spcBef>
                <a:spcPts val="0"/>
              </a:spcBef>
              <a:spcAft>
                <a:spcPts val="0"/>
              </a:spcAft>
              <a:buSzPts val="1400"/>
              <a:buNone/>
              <a:defRPr>
                <a:latin typeface="Roboto"/>
                <a:ea typeface="Roboto"/>
                <a:cs typeface="Roboto"/>
                <a:sym typeface="Roboto"/>
              </a:defRPr>
            </a:lvl4pPr>
            <a:lvl5pPr lvl="4">
              <a:spcBef>
                <a:spcPts val="0"/>
              </a:spcBef>
              <a:spcAft>
                <a:spcPts val="0"/>
              </a:spcAft>
              <a:buSzPts val="1400"/>
              <a:buNone/>
              <a:defRPr>
                <a:latin typeface="Roboto"/>
                <a:ea typeface="Roboto"/>
                <a:cs typeface="Roboto"/>
                <a:sym typeface="Roboto"/>
              </a:defRPr>
            </a:lvl5pPr>
            <a:lvl6pPr lvl="5">
              <a:spcBef>
                <a:spcPts val="0"/>
              </a:spcBef>
              <a:spcAft>
                <a:spcPts val="0"/>
              </a:spcAft>
              <a:buSzPts val="1400"/>
              <a:buNone/>
              <a:defRPr>
                <a:latin typeface="Roboto"/>
                <a:ea typeface="Roboto"/>
                <a:cs typeface="Roboto"/>
                <a:sym typeface="Roboto"/>
              </a:defRPr>
            </a:lvl6pPr>
            <a:lvl7pPr lvl="6">
              <a:spcBef>
                <a:spcPts val="0"/>
              </a:spcBef>
              <a:spcAft>
                <a:spcPts val="0"/>
              </a:spcAft>
              <a:buSzPts val="1400"/>
              <a:buNone/>
              <a:defRPr>
                <a:latin typeface="Roboto"/>
                <a:ea typeface="Roboto"/>
                <a:cs typeface="Roboto"/>
                <a:sym typeface="Roboto"/>
              </a:defRPr>
            </a:lvl7pPr>
            <a:lvl8pPr lvl="7">
              <a:spcBef>
                <a:spcPts val="0"/>
              </a:spcBef>
              <a:spcAft>
                <a:spcPts val="0"/>
              </a:spcAft>
              <a:buSzPts val="1400"/>
              <a:buNone/>
              <a:defRPr>
                <a:latin typeface="Roboto"/>
                <a:ea typeface="Roboto"/>
                <a:cs typeface="Roboto"/>
                <a:sym typeface="Roboto"/>
              </a:defRPr>
            </a:lvl8pPr>
            <a:lvl9pPr lvl="8">
              <a:spcBef>
                <a:spcPts val="0"/>
              </a:spcBef>
              <a:spcAft>
                <a:spcPts val="0"/>
              </a:spcAft>
              <a:buSzPts val="1400"/>
              <a:buNone/>
              <a:defRPr>
                <a:latin typeface="Roboto"/>
                <a:ea typeface="Roboto"/>
                <a:cs typeface="Roboto"/>
                <a:sym typeface="Roboto"/>
              </a:defRPr>
            </a:lvl9pPr>
          </a:lstStyle>
          <a:p/>
        </p:txBody>
      </p:sp>
      <p:cxnSp>
        <p:nvCxnSpPr>
          <p:cNvPr id="483" name="Google Shape;483;p54"/>
          <p:cNvCxnSpPr/>
          <p:nvPr/>
        </p:nvCxnSpPr>
        <p:spPr>
          <a:xfrm>
            <a:off x="2762250" y="4827350"/>
            <a:ext cx="0" cy="316800"/>
          </a:xfrm>
          <a:prstGeom prst="straightConnector1">
            <a:avLst/>
          </a:prstGeom>
          <a:noFill/>
          <a:ln cap="flat" cmpd="sng" w="9525">
            <a:solidFill>
              <a:schemeClr val="dk1"/>
            </a:solidFill>
            <a:prstDash val="solid"/>
            <a:round/>
            <a:headEnd len="med" w="med" type="none"/>
            <a:tailEnd len="med" w="med" type="none"/>
          </a:ln>
        </p:spPr>
      </p:cxnSp>
      <p:sp>
        <p:nvSpPr>
          <p:cNvPr id="484" name="Google Shape;484;p54"/>
          <p:cNvSpPr txBox="1"/>
          <p:nvPr>
            <p:ph idx="2" type="subTitle"/>
          </p:nvPr>
        </p:nvSpPr>
        <p:spPr>
          <a:xfrm>
            <a:off x="251400" y="4827075"/>
            <a:ext cx="2205900" cy="314100"/>
          </a:xfrm>
          <a:prstGeom prst="rect">
            <a:avLst/>
          </a:prstGeom>
        </p:spPr>
        <p:txBody>
          <a:bodyPr anchorCtr="0" anchor="t" bIns="91425" lIns="91425" spcFirstLastPara="1" rIns="91425" wrap="square" tIns="91425">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85" name="Google Shape;485;p54"/>
          <p:cNvSpPr txBox="1"/>
          <p:nvPr>
            <p:ph idx="3" type="subTitle"/>
          </p:nvPr>
        </p:nvSpPr>
        <p:spPr>
          <a:xfrm>
            <a:off x="3545100" y="4829700"/>
            <a:ext cx="2053800" cy="314100"/>
          </a:xfrm>
          <a:prstGeom prst="rect">
            <a:avLst/>
          </a:prstGeom>
        </p:spPr>
        <p:txBody>
          <a:bodyPr anchorCtr="0" anchor="t" bIns="91425" lIns="91425" spcFirstLastPara="1" rIns="91425" wrap="square" tIns="91425">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486" name="Google Shape;486;p54"/>
          <p:cNvSpPr/>
          <p:nvPr/>
        </p:nvSpPr>
        <p:spPr>
          <a:xfrm rot="-1123229">
            <a:off x="102017" y="4023335"/>
            <a:ext cx="1809188" cy="603006"/>
          </a:xfrm>
          <a:prstGeom prst="flowChartTerminator">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a:ea typeface="Roboto"/>
              <a:cs typeface="Roboto"/>
              <a:sym typeface="Roboto"/>
            </a:endParaRPr>
          </a:p>
        </p:txBody>
      </p:sp>
      <p:sp>
        <p:nvSpPr>
          <p:cNvPr id="487" name="Google Shape;487;p54"/>
          <p:cNvSpPr/>
          <p:nvPr/>
        </p:nvSpPr>
        <p:spPr>
          <a:xfrm rot="127976">
            <a:off x="1454075" y="3264996"/>
            <a:ext cx="1809282" cy="603003"/>
          </a:xfrm>
          <a:prstGeom prst="flowChartTerminator">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a:ea typeface="Roboto"/>
              <a:cs typeface="Roboto"/>
              <a:sym typeface="Roboto"/>
            </a:endParaRPr>
          </a:p>
        </p:txBody>
      </p:sp>
      <p:sp>
        <p:nvSpPr>
          <p:cNvPr id="488" name="Google Shape;488;p54"/>
          <p:cNvSpPr/>
          <p:nvPr/>
        </p:nvSpPr>
        <p:spPr>
          <a:xfrm rot="-1085817">
            <a:off x="1738007" y="4031653"/>
            <a:ext cx="1809180" cy="602992"/>
          </a:xfrm>
          <a:prstGeom prst="flowChartTerminator">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a:ea typeface="Roboto"/>
              <a:cs typeface="Roboto"/>
              <a:sym typeface="Roboto"/>
            </a:endParaRPr>
          </a:p>
        </p:txBody>
      </p:sp>
      <p:sp>
        <p:nvSpPr>
          <p:cNvPr id="489" name="Google Shape;489;p54"/>
          <p:cNvSpPr/>
          <p:nvPr/>
        </p:nvSpPr>
        <p:spPr>
          <a:xfrm rot="2535455">
            <a:off x="3182763" y="3812669"/>
            <a:ext cx="1809195" cy="603002"/>
          </a:xfrm>
          <a:prstGeom prst="flowChartTerminator">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a:ea typeface="Roboto"/>
              <a:cs typeface="Roboto"/>
              <a:sym typeface="Roboto"/>
            </a:endParaRPr>
          </a:p>
        </p:txBody>
      </p:sp>
      <p:sp>
        <p:nvSpPr>
          <p:cNvPr id="490" name="Google Shape;490;p54"/>
          <p:cNvSpPr/>
          <p:nvPr/>
        </p:nvSpPr>
        <p:spPr>
          <a:xfrm rot="5400000">
            <a:off x="8611250" y="4735800"/>
            <a:ext cx="321000" cy="494100"/>
          </a:xfrm>
          <a:prstGeom prst="round2SameRect">
            <a:avLst>
              <a:gd fmla="val 50000"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1" name="Google Shape;491;p54"/>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at Could Be Better">
  <p:cSld name="CUSTOM_11">
    <p:spTree>
      <p:nvGrpSpPr>
        <p:cNvPr id="492" name="Shape 492"/>
        <p:cNvGrpSpPr/>
        <p:nvPr/>
      </p:nvGrpSpPr>
      <p:grpSpPr>
        <a:xfrm>
          <a:off x="0" y="0"/>
          <a:ext cx="0" cy="0"/>
          <a:chOff x="0" y="0"/>
          <a:chExt cx="0" cy="0"/>
        </a:xfrm>
      </p:grpSpPr>
      <p:sp>
        <p:nvSpPr>
          <p:cNvPr id="493" name="Google Shape;493;p55"/>
          <p:cNvSpPr/>
          <p:nvPr/>
        </p:nvSpPr>
        <p:spPr>
          <a:xfrm rot="5400000">
            <a:off x="4391175" y="560850"/>
            <a:ext cx="321000" cy="8851800"/>
          </a:xfrm>
          <a:prstGeom prst="round2SameRect">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494" name="Google Shape;494;p55"/>
          <p:cNvSpPr/>
          <p:nvPr/>
        </p:nvSpPr>
        <p:spPr>
          <a:xfrm>
            <a:off x="4907100" y="125600"/>
            <a:ext cx="4111200" cy="45759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55"/>
          <p:cNvSpPr txBox="1"/>
          <p:nvPr>
            <p:ph type="title"/>
          </p:nvPr>
        </p:nvSpPr>
        <p:spPr>
          <a:xfrm>
            <a:off x="125700" y="125600"/>
            <a:ext cx="4580100" cy="16851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atin typeface="Roboto"/>
                <a:ea typeface="Roboto"/>
                <a:cs typeface="Roboto"/>
                <a:sym typeface="Roboto"/>
              </a:defRPr>
            </a:lvl2pPr>
            <a:lvl3pPr lvl="2">
              <a:spcBef>
                <a:spcPts val="0"/>
              </a:spcBef>
              <a:spcAft>
                <a:spcPts val="0"/>
              </a:spcAft>
              <a:buSzPts val="1400"/>
              <a:buNone/>
              <a:defRPr>
                <a:latin typeface="Roboto"/>
                <a:ea typeface="Roboto"/>
                <a:cs typeface="Roboto"/>
                <a:sym typeface="Roboto"/>
              </a:defRPr>
            </a:lvl3pPr>
            <a:lvl4pPr lvl="3">
              <a:spcBef>
                <a:spcPts val="0"/>
              </a:spcBef>
              <a:spcAft>
                <a:spcPts val="0"/>
              </a:spcAft>
              <a:buSzPts val="1400"/>
              <a:buNone/>
              <a:defRPr>
                <a:latin typeface="Roboto"/>
                <a:ea typeface="Roboto"/>
                <a:cs typeface="Roboto"/>
                <a:sym typeface="Roboto"/>
              </a:defRPr>
            </a:lvl4pPr>
            <a:lvl5pPr lvl="4">
              <a:spcBef>
                <a:spcPts val="0"/>
              </a:spcBef>
              <a:spcAft>
                <a:spcPts val="0"/>
              </a:spcAft>
              <a:buSzPts val="1400"/>
              <a:buNone/>
              <a:defRPr>
                <a:latin typeface="Roboto"/>
                <a:ea typeface="Roboto"/>
                <a:cs typeface="Roboto"/>
                <a:sym typeface="Roboto"/>
              </a:defRPr>
            </a:lvl5pPr>
            <a:lvl6pPr lvl="5">
              <a:spcBef>
                <a:spcPts val="0"/>
              </a:spcBef>
              <a:spcAft>
                <a:spcPts val="0"/>
              </a:spcAft>
              <a:buSzPts val="1400"/>
              <a:buNone/>
              <a:defRPr>
                <a:latin typeface="Roboto"/>
                <a:ea typeface="Roboto"/>
                <a:cs typeface="Roboto"/>
                <a:sym typeface="Roboto"/>
              </a:defRPr>
            </a:lvl6pPr>
            <a:lvl7pPr lvl="6">
              <a:spcBef>
                <a:spcPts val="0"/>
              </a:spcBef>
              <a:spcAft>
                <a:spcPts val="0"/>
              </a:spcAft>
              <a:buSzPts val="1400"/>
              <a:buNone/>
              <a:defRPr>
                <a:latin typeface="Roboto"/>
                <a:ea typeface="Roboto"/>
                <a:cs typeface="Roboto"/>
                <a:sym typeface="Roboto"/>
              </a:defRPr>
            </a:lvl7pPr>
            <a:lvl8pPr lvl="7">
              <a:spcBef>
                <a:spcPts val="0"/>
              </a:spcBef>
              <a:spcAft>
                <a:spcPts val="0"/>
              </a:spcAft>
              <a:buSzPts val="1400"/>
              <a:buNone/>
              <a:defRPr>
                <a:latin typeface="Roboto"/>
                <a:ea typeface="Roboto"/>
                <a:cs typeface="Roboto"/>
                <a:sym typeface="Roboto"/>
              </a:defRPr>
            </a:lvl8pPr>
            <a:lvl9pPr lvl="8">
              <a:spcBef>
                <a:spcPts val="0"/>
              </a:spcBef>
              <a:spcAft>
                <a:spcPts val="0"/>
              </a:spcAft>
              <a:buSzPts val="1400"/>
              <a:buNone/>
              <a:defRPr>
                <a:latin typeface="Roboto"/>
                <a:ea typeface="Roboto"/>
                <a:cs typeface="Roboto"/>
                <a:sym typeface="Roboto"/>
              </a:defRPr>
            </a:lvl9pPr>
          </a:lstStyle>
          <a:p/>
        </p:txBody>
      </p:sp>
      <p:cxnSp>
        <p:nvCxnSpPr>
          <p:cNvPr id="496" name="Google Shape;496;p55"/>
          <p:cNvCxnSpPr/>
          <p:nvPr/>
        </p:nvCxnSpPr>
        <p:spPr>
          <a:xfrm>
            <a:off x="2762250" y="4827350"/>
            <a:ext cx="0" cy="316800"/>
          </a:xfrm>
          <a:prstGeom prst="straightConnector1">
            <a:avLst/>
          </a:prstGeom>
          <a:noFill/>
          <a:ln cap="flat" cmpd="sng" w="9525">
            <a:solidFill>
              <a:schemeClr val="dk1"/>
            </a:solidFill>
            <a:prstDash val="solid"/>
            <a:round/>
            <a:headEnd len="med" w="med" type="none"/>
            <a:tailEnd len="med" w="med" type="none"/>
          </a:ln>
        </p:spPr>
      </p:cxnSp>
      <p:sp>
        <p:nvSpPr>
          <p:cNvPr id="497" name="Google Shape;497;p55"/>
          <p:cNvSpPr txBox="1"/>
          <p:nvPr>
            <p:ph idx="1" type="subTitle"/>
          </p:nvPr>
        </p:nvSpPr>
        <p:spPr>
          <a:xfrm>
            <a:off x="251400" y="4827075"/>
            <a:ext cx="2205900" cy="314100"/>
          </a:xfrm>
          <a:prstGeom prst="rect">
            <a:avLst/>
          </a:prstGeom>
        </p:spPr>
        <p:txBody>
          <a:bodyPr anchorCtr="0" anchor="t" bIns="91425" lIns="91425" spcFirstLastPara="1" rIns="91425" wrap="square" tIns="91425">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498" name="Google Shape;498;p55"/>
          <p:cNvSpPr txBox="1"/>
          <p:nvPr>
            <p:ph idx="2" type="subTitle"/>
          </p:nvPr>
        </p:nvSpPr>
        <p:spPr>
          <a:xfrm>
            <a:off x="3545100" y="4829700"/>
            <a:ext cx="2053800" cy="314100"/>
          </a:xfrm>
          <a:prstGeom prst="rect">
            <a:avLst/>
          </a:prstGeom>
        </p:spPr>
        <p:txBody>
          <a:bodyPr anchorCtr="0" anchor="t" bIns="91425" lIns="91425" spcFirstLastPara="1" rIns="91425" wrap="square" tIns="91425">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499" name="Google Shape;499;p55"/>
          <p:cNvSpPr/>
          <p:nvPr/>
        </p:nvSpPr>
        <p:spPr>
          <a:xfrm rot="-124589">
            <a:off x="2143221" y="3214879"/>
            <a:ext cx="1809270" cy="602983"/>
          </a:xfrm>
          <a:prstGeom prst="flowChartTerminator">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a:ea typeface="Roboto"/>
              <a:cs typeface="Roboto"/>
              <a:sym typeface="Roboto"/>
            </a:endParaRPr>
          </a:p>
        </p:txBody>
      </p:sp>
      <p:sp>
        <p:nvSpPr>
          <p:cNvPr id="500" name="Google Shape;500;p55"/>
          <p:cNvSpPr/>
          <p:nvPr/>
        </p:nvSpPr>
        <p:spPr>
          <a:xfrm rot="1146885">
            <a:off x="2750590" y="4014983"/>
            <a:ext cx="1809173" cy="603007"/>
          </a:xfrm>
          <a:prstGeom prst="flowChartTerminator">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a:ea typeface="Roboto"/>
              <a:cs typeface="Roboto"/>
              <a:sym typeface="Roboto"/>
            </a:endParaRPr>
          </a:p>
        </p:txBody>
      </p:sp>
      <p:sp>
        <p:nvSpPr>
          <p:cNvPr id="501" name="Google Shape;501;p55"/>
          <p:cNvSpPr/>
          <p:nvPr/>
        </p:nvSpPr>
        <p:spPr>
          <a:xfrm rot="103">
            <a:off x="222869" y="4218901"/>
            <a:ext cx="1809162" cy="603018"/>
          </a:xfrm>
          <a:prstGeom prst="flowChartTerminator">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a:ea typeface="Roboto"/>
              <a:cs typeface="Roboto"/>
              <a:sym typeface="Roboto"/>
            </a:endParaRPr>
          </a:p>
        </p:txBody>
      </p:sp>
      <p:sp>
        <p:nvSpPr>
          <p:cNvPr id="502" name="Google Shape;502;p55"/>
          <p:cNvSpPr/>
          <p:nvPr/>
        </p:nvSpPr>
        <p:spPr>
          <a:xfrm rot="2535455">
            <a:off x="1277300" y="3812669"/>
            <a:ext cx="1809195" cy="603002"/>
          </a:xfrm>
          <a:prstGeom prst="flowChartTerminator">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a:ea typeface="Roboto"/>
              <a:cs typeface="Roboto"/>
              <a:sym typeface="Roboto"/>
            </a:endParaRPr>
          </a:p>
        </p:txBody>
      </p:sp>
      <p:sp>
        <p:nvSpPr>
          <p:cNvPr id="503" name="Google Shape;503;p55"/>
          <p:cNvSpPr txBox="1"/>
          <p:nvPr>
            <p:ph idx="3" type="body"/>
          </p:nvPr>
        </p:nvSpPr>
        <p:spPr>
          <a:xfrm>
            <a:off x="5218050" y="1222400"/>
            <a:ext cx="3489300" cy="23823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Font typeface="Libre Baskerville"/>
              <a:buChar char="●"/>
              <a:defRPr>
                <a:latin typeface="Libre Baskerville"/>
                <a:ea typeface="Libre Baskerville"/>
                <a:cs typeface="Libre Baskerville"/>
                <a:sym typeface="Libre Baskerville"/>
              </a:defRPr>
            </a:lvl1pPr>
            <a:lvl2pPr indent="-317500" lvl="1" marL="914400">
              <a:spcBef>
                <a:spcPts val="0"/>
              </a:spcBef>
              <a:spcAft>
                <a:spcPts val="0"/>
              </a:spcAft>
              <a:buSzPts val="1400"/>
              <a:buFont typeface="Libre Baskerville"/>
              <a:buChar char="○"/>
              <a:defRPr>
                <a:latin typeface="Libre Baskerville"/>
                <a:ea typeface="Libre Baskerville"/>
                <a:cs typeface="Libre Baskerville"/>
                <a:sym typeface="Libre Baskerville"/>
              </a:defRPr>
            </a:lvl2pPr>
            <a:lvl3pPr indent="-317500" lvl="2" marL="1371600">
              <a:spcBef>
                <a:spcPts val="0"/>
              </a:spcBef>
              <a:spcAft>
                <a:spcPts val="0"/>
              </a:spcAft>
              <a:buSzPts val="1400"/>
              <a:buFont typeface="Libre Baskerville"/>
              <a:buChar char="■"/>
              <a:defRPr>
                <a:latin typeface="Libre Baskerville"/>
                <a:ea typeface="Libre Baskerville"/>
                <a:cs typeface="Libre Baskerville"/>
                <a:sym typeface="Libre Baskerville"/>
              </a:defRPr>
            </a:lvl3pPr>
            <a:lvl4pPr indent="-317500" lvl="3" marL="1828800">
              <a:spcBef>
                <a:spcPts val="0"/>
              </a:spcBef>
              <a:spcAft>
                <a:spcPts val="0"/>
              </a:spcAft>
              <a:buSzPts val="1400"/>
              <a:buFont typeface="Libre Baskerville"/>
              <a:buChar char="●"/>
              <a:defRPr>
                <a:latin typeface="Libre Baskerville"/>
                <a:ea typeface="Libre Baskerville"/>
                <a:cs typeface="Libre Baskerville"/>
                <a:sym typeface="Libre Baskerville"/>
              </a:defRPr>
            </a:lvl4pPr>
            <a:lvl5pPr indent="-317500" lvl="4" marL="2286000">
              <a:spcBef>
                <a:spcPts val="0"/>
              </a:spcBef>
              <a:spcAft>
                <a:spcPts val="0"/>
              </a:spcAft>
              <a:buSzPts val="1400"/>
              <a:buFont typeface="Libre Baskerville"/>
              <a:buChar char="○"/>
              <a:defRPr>
                <a:latin typeface="Libre Baskerville"/>
                <a:ea typeface="Libre Baskerville"/>
                <a:cs typeface="Libre Baskerville"/>
                <a:sym typeface="Libre Baskerville"/>
              </a:defRPr>
            </a:lvl5pPr>
            <a:lvl6pPr indent="-317500" lvl="5" marL="2743200">
              <a:spcBef>
                <a:spcPts val="0"/>
              </a:spcBef>
              <a:spcAft>
                <a:spcPts val="0"/>
              </a:spcAft>
              <a:buSzPts val="1400"/>
              <a:buFont typeface="Libre Baskerville"/>
              <a:buChar char="■"/>
              <a:defRPr>
                <a:latin typeface="Libre Baskerville"/>
                <a:ea typeface="Libre Baskerville"/>
                <a:cs typeface="Libre Baskerville"/>
                <a:sym typeface="Libre Baskerville"/>
              </a:defRPr>
            </a:lvl6pPr>
            <a:lvl7pPr indent="-317500" lvl="6" marL="3200400">
              <a:spcBef>
                <a:spcPts val="0"/>
              </a:spcBef>
              <a:spcAft>
                <a:spcPts val="0"/>
              </a:spcAft>
              <a:buSzPts val="1400"/>
              <a:buFont typeface="Libre Baskerville"/>
              <a:buChar char="●"/>
              <a:defRPr>
                <a:latin typeface="Libre Baskerville"/>
                <a:ea typeface="Libre Baskerville"/>
                <a:cs typeface="Libre Baskerville"/>
                <a:sym typeface="Libre Baskerville"/>
              </a:defRPr>
            </a:lvl7pPr>
            <a:lvl8pPr indent="-317500" lvl="7" marL="3657600">
              <a:spcBef>
                <a:spcPts val="0"/>
              </a:spcBef>
              <a:spcAft>
                <a:spcPts val="0"/>
              </a:spcAft>
              <a:buSzPts val="1400"/>
              <a:buFont typeface="Libre Baskerville"/>
              <a:buChar char="○"/>
              <a:defRPr>
                <a:latin typeface="Libre Baskerville"/>
                <a:ea typeface="Libre Baskerville"/>
                <a:cs typeface="Libre Baskerville"/>
                <a:sym typeface="Libre Baskerville"/>
              </a:defRPr>
            </a:lvl8pPr>
            <a:lvl9pPr indent="-317500" lvl="8" marL="4114800">
              <a:spcBef>
                <a:spcPts val="0"/>
              </a:spcBef>
              <a:spcAft>
                <a:spcPts val="0"/>
              </a:spcAft>
              <a:buSzPts val="1400"/>
              <a:buFont typeface="Libre Baskerville"/>
              <a:buChar char="■"/>
              <a:defRPr>
                <a:latin typeface="Libre Baskerville"/>
                <a:ea typeface="Libre Baskerville"/>
                <a:cs typeface="Libre Baskerville"/>
                <a:sym typeface="Libre Baskerville"/>
              </a:defRPr>
            </a:lvl9pPr>
          </a:lstStyle>
          <a:p/>
        </p:txBody>
      </p:sp>
      <p:sp>
        <p:nvSpPr>
          <p:cNvPr id="504" name="Google Shape;504;p55"/>
          <p:cNvSpPr/>
          <p:nvPr/>
        </p:nvSpPr>
        <p:spPr>
          <a:xfrm rot="5400000">
            <a:off x="8611250" y="4735800"/>
            <a:ext cx="321000" cy="494100"/>
          </a:xfrm>
          <a:prstGeom prst="round2SameRect">
            <a:avLst>
              <a:gd fmla="val 50000"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5" name="Google Shape;505;p55"/>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8">
    <p:bg>
      <p:bgPr>
        <a:solidFill>
          <a:schemeClr val="dk1"/>
        </a:solidFill>
      </p:bgPr>
    </p:bg>
    <p:spTree>
      <p:nvGrpSpPr>
        <p:cNvPr id="506" name="Shape 506"/>
        <p:cNvGrpSpPr/>
        <p:nvPr/>
      </p:nvGrpSpPr>
      <p:grpSpPr>
        <a:xfrm>
          <a:off x="0" y="0"/>
          <a:ext cx="0" cy="0"/>
          <a:chOff x="0" y="0"/>
          <a:chExt cx="0" cy="0"/>
        </a:xfrm>
      </p:grpSpPr>
      <p:sp>
        <p:nvSpPr>
          <p:cNvPr id="507" name="Google Shape;507;p56"/>
          <p:cNvSpPr/>
          <p:nvPr/>
        </p:nvSpPr>
        <p:spPr>
          <a:xfrm rot="5400000">
            <a:off x="4391175" y="560850"/>
            <a:ext cx="321000" cy="8851800"/>
          </a:xfrm>
          <a:prstGeom prst="round2SameRect">
            <a:avLst>
              <a:gd fmla="val 50000" name="adj1"/>
              <a:gd fmla="val 50000"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508" name="Google Shape;508;p56"/>
          <p:cNvSpPr txBox="1"/>
          <p:nvPr>
            <p:ph type="title"/>
          </p:nvPr>
        </p:nvSpPr>
        <p:spPr>
          <a:xfrm>
            <a:off x="125700" y="125600"/>
            <a:ext cx="4580100" cy="1685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600"/>
              <a:buNone/>
              <a:defRPr>
                <a:solidFill>
                  <a:schemeClr val="lt1"/>
                </a:solidFill>
              </a:defRPr>
            </a:lvl1pPr>
            <a:lvl2pPr lvl="1">
              <a:spcBef>
                <a:spcPts val="0"/>
              </a:spcBef>
              <a:spcAft>
                <a:spcPts val="0"/>
              </a:spcAft>
              <a:buClr>
                <a:schemeClr val="lt1"/>
              </a:buClr>
              <a:buSzPts val="1400"/>
              <a:buNone/>
              <a:defRPr>
                <a:solidFill>
                  <a:schemeClr val="lt1"/>
                </a:solidFill>
                <a:latin typeface="Roboto"/>
                <a:ea typeface="Roboto"/>
                <a:cs typeface="Roboto"/>
                <a:sym typeface="Roboto"/>
              </a:defRPr>
            </a:lvl2pPr>
            <a:lvl3pPr lvl="2">
              <a:spcBef>
                <a:spcPts val="0"/>
              </a:spcBef>
              <a:spcAft>
                <a:spcPts val="0"/>
              </a:spcAft>
              <a:buClr>
                <a:schemeClr val="lt1"/>
              </a:buClr>
              <a:buSzPts val="1400"/>
              <a:buNone/>
              <a:defRPr>
                <a:solidFill>
                  <a:schemeClr val="lt1"/>
                </a:solidFill>
                <a:latin typeface="Roboto"/>
                <a:ea typeface="Roboto"/>
                <a:cs typeface="Roboto"/>
                <a:sym typeface="Roboto"/>
              </a:defRPr>
            </a:lvl3pPr>
            <a:lvl4pPr lvl="3">
              <a:spcBef>
                <a:spcPts val="0"/>
              </a:spcBef>
              <a:spcAft>
                <a:spcPts val="0"/>
              </a:spcAft>
              <a:buClr>
                <a:schemeClr val="lt1"/>
              </a:buClr>
              <a:buSzPts val="1400"/>
              <a:buNone/>
              <a:defRPr>
                <a:solidFill>
                  <a:schemeClr val="lt1"/>
                </a:solidFill>
                <a:latin typeface="Roboto"/>
                <a:ea typeface="Roboto"/>
                <a:cs typeface="Roboto"/>
                <a:sym typeface="Roboto"/>
              </a:defRPr>
            </a:lvl4pPr>
            <a:lvl5pPr lvl="4">
              <a:spcBef>
                <a:spcPts val="0"/>
              </a:spcBef>
              <a:spcAft>
                <a:spcPts val="0"/>
              </a:spcAft>
              <a:buClr>
                <a:schemeClr val="lt1"/>
              </a:buClr>
              <a:buSzPts val="1400"/>
              <a:buNone/>
              <a:defRPr>
                <a:solidFill>
                  <a:schemeClr val="lt1"/>
                </a:solidFill>
                <a:latin typeface="Roboto"/>
                <a:ea typeface="Roboto"/>
                <a:cs typeface="Roboto"/>
                <a:sym typeface="Roboto"/>
              </a:defRPr>
            </a:lvl5pPr>
            <a:lvl6pPr lvl="5">
              <a:spcBef>
                <a:spcPts val="0"/>
              </a:spcBef>
              <a:spcAft>
                <a:spcPts val="0"/>
              </a:spcAft>
              <a:buClr>
                <a:schemeClr val="lt1"/>
              </a:buClr>
              <a:buSzPts val="1400"/>
              <a:buNone/>
              <a:defRPr>
                <a:solidFill>
                  <a:schemeClr val="lt1"/>
                </a:solidFill>
                <a:latin typeface="Roboto"/>
                <a:ea typeface="Roboto"/>
                <a:cs typeface="Roboto"/>
                <a:sym typeface="Roboto"/>
              </a:defRPr>
            </a:lvl6pPr>
            <a:lvl7pPr lvl="6">
              <a:spcBef>
                <a:spcPts val="0"/>
              </a:spcBef>
              <a:spcAft>
                <a:spcPts val="0"/>
              </a:spcAft>
              <a:buClr>
                <a:schemeClr val="lt1"/>
              </a:buClr>
              <a:buSzPts val="1400"/>
              <a:buNone/>
              <a:defRPr>
                <a:solidFill>
                  <a:schemeClr val="lt1"/>
                </a:solidFill>
                <a:latin typeface="Roboto"/>
                <a:ea typeface="Roboto"/>
                <a:cs typeface="Roboto"/>
                <a:sym typeface="Roboto"/>
              </a:defRPr>
            </a:lvl7pPr>
            <a:lvl8pPr lvl="7">
              <a:spcBef>
                <a:spcPts val="0"/>
              </a:spcBef>
              <a:spcAft>
                <a:spcPts val="0"/>
              </a:spcAft>
              <a:buClr>
                <a:schemeClr val="lt1"/>
              </a:buClr>
              <a:buSzPts val="1400"/>
              <a:buNone/>
              <a:defRPr>
                <a:solidFill>
                  <a:schemeClr val="lt1"/>
                </a:solidFill>
                <a:latin typeface="Roboto"/>
                <a:ea typeface="Roboto"/>
                <a:cs typeface="Roboto"/>
                <a:sym typeface="Roboto"/>
              </a:defRPr>
            </a:lvl8pPr>
            <a:lvl9pPr lvl="8">
              <a:spcBef>
                <a:spcPts val="0"/>
              </a:spcBef>
              <a:spcAft>
                <a:spcPts val="0"/>
              </a:spcAft>
              <a:buClr>
                <a:schemeClr val="lt1"/>
              </a:buClr>
              <a:buSzPts val="1400"/>
              <a:buNone/>
              <a:defRPr>
                <a:solidFill>
                  <a:schemeClr val="lt1"/>
                </a:solidFill>
                <a:latin typeface="Roboto"/>
                <a:ea typeface="Roboto"/>
                <a:cs typeface="Roboto"/>
                <a:sym typeface="Roboto"/>
              </a:defRPr>
            </a:lvl9pPr>
          </a:lstStyle>
          <a:p/>
        </p:txBody>
      </p:sp>
      <p:sp>
        <p:nvSpPr>
          <p:cNvPr id="509" name="Google Shape;509;p56"/>
          <p:cNvSpPr txBox="1"/>
          <p:nvPr>
            <p:ph idx="1" type="subTitle"/>
          </p:nvPr>
        </p:nvSpPr>
        <p:spPr>
          <a:xfrm>
            <a:off x="5831000" y="125600"/>
            <a:ext cx="2140500" cy="405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None/>
              <a:defRPr>
                <a:solidFill>
                  <a:schemeClr val="lt1"/>
                </a:solidFill>
              </a:defRPr>
            </a:lvl1pPr>
            <a:lvl2pPr lvl="1">
              <a:spcBef>
                <a:spcPts val="0"/>
              </a:spcBef>
              <a:spcAft>
                <a:spcPts val="0"/>
              </a:spcAft>
              <a:buClr>
                <a:schemeClr val="lt1"/>
              </a:buClr>
              <a:buSzPts val="1000"/>
              <a:buNone/>
              <a:defRPr>
                <a:solidFill>
                  <a:schemeClr val="lt1"/>
                </a:solidFill>
              </a:defRPr>
            </a:lvl2pPr>
            <a:lvl3pPr lvl="2">
              <a:spcBef>
                <a:spcPts val="0"/>
              </a:spcBef>
              <a:spcAft>
                <a:spcPts val="0"/>
              </a:spcAft>
              <a:buClr>
                <a:schemeClr val="lt1"/>
              </a:buClr>
              <a:buSzPts val="1000"/>
              <a:buNone/>
              <a:defRPr>
                <a:solidFill>
                  <a:schemeClr val="lt1"/>
                </a:solidFill>
              </a:defRPr>
            </a:lvl3pPr>
            <a:lvl4pPr lvl="3">
              <a:spcBef>
                <a:spcPts val="0"/>
              </a:spcBef>
              <a:spcAft>
                <a:spcPts val="0"/>
              </a:spcAft>
              <a:buClr>
                <a:schemeClr val="lt1"/>
              </a:buClr>
              <a:buSzPts val="1000"/>
              <a:buNone/>
              <a:defRPr>
                <a:solidFill>
                  <a:schemeClr val="lt1"/>
                </a:solidFill>
              </a:defRPr>
            </a:lvl4pPr>
            <a:lvl5pPr lvl="4">
              <a:spcBef>
                <a:spcPts val="0"/>
              </a:spcBef>
              <a:spcAft>
                <a:spcPts val="0"/>
              </a:spcAft>
              <a:buClr>
                <a:schemeClr val="lt1"/>
              </a:buClr>
              <a:buSzPts val="1000"/>
              <a:buNone/>
              <a:defRPr>
                <a:solidFill>
                  <a:schemeClr val="lt1"/>
                </a:solidFill>
              </a:defRPr>
            </a:lvl5pPr>
            <a:lvl6pPr lvl="5">
              <a:spcBef>
                <a:spcPts val="0"/>
              </a:spcBef>
              <a:spcAft>
                <a:spcPts val="0"/>
              </a:spcAft>
              <a:buClr>
                <a:schemeClr val="lt1"/>
              </a:buClr>
              <a:buSzPts val="1000"/>
              <a:buNone/>
              <a:defRPr>
                <a:solidFill>
                  <a:schemeClr val="lt1"/>
                </a:solidFill>
              </a:defRPr>
            </a:lvl6pPr>
            <a:lvl7pPr lvl="6">
              <a:spcBef>
                <a:spcPts val="0"/>
              </a:spcBef>
              <a:spcAft>
                <a:spcPts val="0"/>
              </a:spcAft>
              <a:buClr>
                <a:schemeClr val="lt1"/>
              </a:buClr>
              <a:buSzPts val="1000"/>
              <a:buNone/>
              <a:defRPr>
                <a:solidFill>
                  <a:schemeClr val="lt1"/>
                </a:solidFill>
              </a:defRPr>
            </a:lvl7pPr>
            <a:lvl8pPr lvl="7">
              <a:spcBef>
                <a:spcPts val="0"/>
              </a:spcBef>
              <a:spcAft>
                <a:spcPts val="0"/>
              </a:spcAft>
              <a:buClr>
                <a:schemeClr val="lt1"/>
              </a:buClr>
              <a:buSzPts val="1000"/>
              <a:buNone/>
              <a:defRPr>
                <a:solidFill>
                  <a:schemeClr val="lt1"/>
                </a:solidFill>
              </a:defRPr>
            </a:lvl8pPr>
            <a:lvl9pPr lvl="8">
              <a:spcBef>
                <a:spcPts val="0"/>
              </a:spcBef>
              <a:spcAft>
                <a:spcPts val="0"/>
              </a:spcAft>
              <a:buClr>
                <a:schemeClr val="lt1"/>
              </a:buClr>
              <a:buSzPts val="1000"/>
              <a:buNone/>
              <a:defRPr>
                <a:solidFill>
                  <a:schemeClr val="lt1"/>
                </a:solidFill>
              </a:defRPr>
            </a:lvl9pPr>
          </a:lstStyle>
          <a:p/>
        </p:txBody>
      </p:sp>
      <p:sp>
        <p:nvSpPr>
          <p:cNvPr id="510" name="Google Shape;510;p56"/>
          <p:cNvSpPr txBox="1"/>
          <p:nvPr>
            <p:ph idx="2" type="body"/>
          </p:nvPr>
        </p:nvSpPr>
        <p:spPr>
          <a:xfrm>
            <a:off x="5831000" y="773325"/>
            <a:ext cx="3187200" cy="2574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cxnSp>
        <p:nvCxnSpPr>
          <p:cNvPr id="511" name="Google Shape;511;p56"/>
          <p:cNvCxnSpPr/>
          <p:nvPr/>
        </p:nvCxnSpPr>
        <p:spPr>
          <a:xfrm>
            <a:off x="2762250" y="4827750"/>
            <a:ext cx="0" cy="316500"/>
          </a:xfrm>
          <a:prstGeom prst="straightConnector1">
            <a:avLst/>
          </a:prstGeom>
          <a:noFill/>
          <a:ln cap="flat" cmpd="sng" w="9525">
            <a:solidFill>
              <a:schemeClr val="lt1"/>
            </a:solidFill>
            <a:prstDash val="solid"/>
            <a:round/>
            <a:headEnd len="med" w="med" type="none"/>
            <a:tailEnd len="med" w="med" type="none"/>
          </a:ln>
        </p:spPr>
      </p:cxnSp>
      <p:sp>
        <p:nvSpPr>
          <p:cNvPr id="512" name="Google Shape;512;p56"/>
          <p:cNvSpPr txBox="1"/>
          <p:nvPr>
            <p:ph idx="3" type="subTitle"/>
          </p:nvPr>
        </p:nvSpPr>
        <p:spPr>
          <a:xfrm>
            <a:off x="251400" y="4827075"/>
            <a:ext cx="2205900" cy="3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
              <a:buNone/>
              <a:defRPr sz="800">
                <a:solidFill>
                  <a:schemeClr val="lt1"/>
                </a:solidFill>
              </a:defRPr>
            </a:lvl1pPr>
            <a:lvl2pPr lvl="1">
              <a:spcBef>
                <a:spcPts val="0"/>
              </a:spcBef>
              <a:spcAft>
                <a:spcPts val="0"/>
              </a:spcAft>
              <a:buClr>
                <a:schemeClr val="lt1"/>
              </a:buClr>
              <a:buSzPts val="1000"/>
              <a:buNone/>
              <a:defRPr>
                <a:solidFill>
                  <a:schemeClr val="lt1"/>
                </a:solidFill>
              </a:defRPr>
            </a:lvl2pPr>
            <a:lvl3pPr lvl="2">
              <a:spcBef>
                <a:spcPts val="0"/>
              </a:spcBef>
              <a:spcAft>
                <a:spcPts val="0"/>
              </a:spcAft>
              <a:buClr>
                <a:schemeClr val="lt1"/>
              </a:buClr>
              <a:buSzPts val="1000"/>
              <a:buNone/>
              <a:defRPr>
                <a:solidFill>
                  <a:schemeClr val="lt1"/>
                </a:solidFill>
              </a:defRPr>
            </a:lvl3pPr>
            <a:lvl4pPr lvl="3">
              <a:spcBef>
                <a:spcPts val="0"/>
              </a:spcBef>
              <a:spcAft>
                <a:spcPts val="0"/>
              </a:spcAft>
              <a:buClr>
                <a:schemeClr val="lt1"/>
              </a:buClr>
              <a:buSzPts val="1000"/>
              <a:buNone/>
              <a:defRPr>
                <a:solidFill>
                  <a:schemeClr val="lt1"/>
                </a:solidFill>
              </a:defRPr>
            </a:lvl4pPr>
            <a:lvl5pPr lvl="4">
              <a:spcBef>
                <a:spcPts val="0"/>
              </a:spcBef>
              <a:spcAft>
                <a:spcPts val="0"/>
              </a:spcAft>
              <a:buClr>
                <a:schemeClr val="lt1"/>
              </a:buClr>
              <a:buSzPts val="1000"/>
              <a:buNone/>
              <a:defRPr>
                <a:solidFill>
                  <a:schemeClr val="lt1"/>
                </a:solidFill>
              </a:defRPr>
            </a:lvl5pPr>
            <a:lvl6pPr lvl="5">
              <a:spcBef>
                <a:spcPts val="0"/>
              </a:spcBef>
              <a:spcAft>
                <a:spcPts val="0"/>
              </a:spcAft>
              <a:buClr>
                <a:schemeClr val="lt1"/>
              </a:buClr>
              <a:buSzPts val="1000"/>
              <a:buNone/>
              <a:defRPr>
                <a:solidFill>
                  <a:schemeClr val="lt1"/>
                </a:solidFill>
              </a:defRPr>
            </a:lvl6pPr>
            <a:lvl7pPr lvl="6">
              <a:spcBef>
                <a:spcPts val="0"/>
              </a:spcBef>
              <a:spcAft>
                <a:spcPts val="0"/>
              </a:spcAft>
              <a:buClr>
                <a:schemeClr val="lt1"/>
              </a:buClr>
              <a:buSzPts val="1000"/>
              <a:buNone/>
              <a:defRPr>
                <a:solidFill>
                  <a:schemeClr val="lt1"/>
                </a:solidFill>
              </a:defRPr>
            </a:lvl7pPr>
            <a:lvl8pPr lvl="7">
              <a:spcBef>
                <a:spcPts val="0"/>
              </a:spcBef>
              <a:spcAft>
                <a:spcPts val="0"/>
              </a:spcAft>
              <a:buClr>
                <a:schemeClr val="lt1"/>
              </a:buClr>
              <a:buSzPts val="1000"/>
              <a:buNone/>
              <a:defRPr>
                <a:solidFill>
                  <a:schemeClr val="lt1"/>
                </a:solidFill>
              </a:defRPr>
            </a:lvl8pPr>
            <a:lvl9pPr lvl="8">
              <a:spcBef>
                <a:spcPts val="0"/>
              </a:spcBef>
              <a:spcAft>
                <a:spcPts val="0"/>
              </a:spcAft>
              <a:buClr>
                <a:schemeClr val="lt1"/>
              </a:buClr>
              <a:buSzPts val="1000"/>
              <a:buNone/>
              <a:defRPr>
                <a:solidFill>
                  <a:schemeClr val="lt1"/>
                </a:solidFill>
              </a:defRPr>
            </a:lvl9pPr>
          </a:lstStyle>
          <a:p/>
        </p:txBody>
      </p:sp>
      <p:sp>
        <p:nvSpPr>
          <p:cNvPr id="513" name="Google Shape;513;p56"/>
          <p:cNvSpPr txBox="1"/>
          <p:nvPr>
            <p:ph idx="4" type="subTitle"/>
          </p:nvPr>
        </p:nvSpPr>
        <p:spPr>
          <a:xfrm>
            <a:off x="3545100" y="4829700"/>
            <a:ext cx="2053800" cy="314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800"/>
              <a:buNone/>
              <a:defRPr sz="800">
                <a:solidFill>
                  <a:schemeClr val="lt1"/>
                </a:solidFill>
              </a:defRPr>
            </a:lvl1pPr>
            <a:lvl2pPr lvl="1" algn="ctr">
              <a:spcBef>
                <a:spcPts val="0"/>
              </a:spcBef>
              <a:spcAft>
                <a:spcPts val="0"/>
              </a:spcAft>
              <a:buClr>
                <a:schemeClr val="lt1"/>
              </a:buClr>
              <a:buSzPts val="1000"/>
              <a:buNone/>
              <a:defRPr>
                <a:solidFill>
                  <a:schemeClr val="lt1"/>
                </a:solidFill>
              </a:defRPr>
            </a:lvl2pPr>
            <a:lvl3pPr lvl="2" algn="ctr">
              <a:spcBef>
                <a:spcPts val="0"/>
              </a:spcBef>
              <a:spcAft>
                <a:spcPts val="0"/>
              </a:spcAft>
              <a:buClr>
                <a:schemeClr val="lt1"/>
              </a:buClr>
              <a:buSzPts val="1000"/>
              <a:buNone/>
              <a:defRPr>
                <a:solidFill>
                  <a:schemeClr val="lt1"/>
                </a:solidFill>
              </a:defRPr>
            </a:lvl3pPr>
            <a:lvl4pPr lvl="3" algn="ctr">
              <a:spcBef>
                <a:spcPts val="0"/>
              </a:spcBef>
              <a:spcAft>
                <a:spcPts val="0"/>
              </a:spcAft>
              <a:buClr>
                <a:schemeClr val="lt1"/>
              </a:buClr>
              <a:buSzPts val="1000"/>
              <a:buNone/>
              <a:defRPr>
                <a:solidFill>
                  <a:schemeClr val="lt1"/>
                </a:solidFill>
              </a:defRPr>
            </a:lvl4pPr>
            <a:lvl5pPr lvl="4" algn="ctr">
              <a:spcBef>
                <a:spcPts val="0"/>
              </a:spcBef>
              <a:spcAft>
                <a:spcPts val="0"/>
              </a:spcAft>
              <a:buClr>
                <a:schemeClr val="lt1"/>
              </a:buClr>
              <a:buSzPts val="1000"/>
              <a:buNone/>
              <a:defRPr>
                <a:solidFill>
                  <a:schemeClr val="lt1"/>
                </a:solidFill>
              </a:defRPr>
            </a:lvl5pPr>
            <a:lvl6pPr lvl="5" algn="ctr">
              <a:spcBef>
                <a:spcPts val="0"/>
              </a:spcBef>
              <a:spcAft>
                <a:spcPts val="0"/>
              </a:spcAft>
              <a:buClr>
                <a:schemeClr val="lt1"/>
              </a:buClr>
              <a:buSzPts val="1000"/>
              <a:buNone/>
              <a:defRPr>
                <a:solidFill>
                  <a:schemeClr val="lt1"/>
                </a:solidFill>
              </a:defRPr>
            </a:lvl6pPr>
            <a:lvl7pPr lvl="6" algn="ctr">
              <a:spcBef>
                <a:spcPts val="0"/>
              </a:spcBef>
              <a:spcAft>
                <a:spcPts val="0"/>
              </a:spcAft>
              <a:buClr>
                <a:schemeClr val="lt1"/>
              </a:buClr>
              <a:buSzPts val="1000"/>
              <a:buNone/>
              <a:defRPr>
                <a:solidFill>
                  <a:schemeClr val="lt1"/>
                </a:solidFill>
              </a:defRPr>
            </a:lvl7pPr>
            <a:lvl8pPr lvl="7" algn="ctr">
              <a:spcBef>
                <a:spcPts val="0"/>
              </a:spcBef>
              <a:spcAft>
                <a:spcPts val="0"/>
              </a:spcAft>
              <a:buClr>
                <a:schemeClr val="lt1"/>
              </a:buClr>
              <a:buSzPts val="1000"/>
              <a:buNone/>
              <a:defRPr>
                <a:solidFill>
                  <a:schemeClr val="lt1"/>
                </a:solidFill>
              </a:defRPr>
            </a:lvl8pPr>
            <a:lvl9pPr lvl="8" algn="ctr">
              <a:spcBef>
                <a:spcPts val="0"/>
              </a:spcBef>
              <a:spcAft>
                <a:spcPts val="0"/>
              </a:spcAft>
              <a:buClr>
                <a:schemeClr val="lt1"/>
              </a:buClr>
              <a:buSzPts val="1000"/>
              <a:buNone/>
              <a:defRPr>
                <a:solidFill>
                  <a:schemeClr val="lt1"/>
                </a:solidFill>
              </a:defRPr>
            </a:lvl9pPr>
          </a:lstStyle>
          <a:p/>
        </p:txBody>
      </p:sp>
      <p:sp>
        <p:nvSpPr>
          <p:cNvPr id="514" name="Google Shape;514;p56"/>
          <p:cNvSpPr/>
          <p:nvPr/>
        </p:nvSpPr>
        <p:spPr>
          <a:xfrm rot="5400000">
            <a:off x="8611250" y="4735800"/>
            <a:ext cx="321000" cy="494100"/>
          </a:xfrm>
          <a:prstGeom prst="round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5" name="Google Shape;515;p56"/>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spTree>
      <p:nvGrpSpPr>
        <p:cNvPr id="516" name="Shape 516"/>
        <p:cNvGrpSpPr/>
        <p:nvPr/>
      </p:nvGrpSpPr>
      <p:grpSpPr>
        <a:xfrm>
          <a:off x="0" y="0"/>
          <a:ext cx="0" cy="0"/>
          <a:chOff x="0" y="0"/>
          <a:chExt cx="0" cy="0"/>
        </a:xfrm>
      </p:grpSpPr>
      <p:sp>
        <p:nvSpPr>
          <p:cNvPr id="517" name="Google Shape;517;p57"/>
          <p:cNvSpPr/>
          <p:nvPr/>
        </p:nvSpPr>
        <p:spPr>
          <a:xfrm rot="5400000">
            <a:off x="4391175" y="560850"/>
            <a:ext cx="321000" cy="8851800"/>
          </a:xfrm>
          <a:prstGeom prst="round2SameRect">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518" name="Google Shape;518;p57"/>
          <p:cNvSpPr txBox="1"/>
          <p:nvPr>
            <p:ph idx="1" type="subTitle"/>
          </p:nvPr>
        </p:nvSpPr>
        <p:spPr>
          <a:xfrm>
            <a:off x="2493575" y="4142817"/>
            <a:ext cx="4157100" cy="269700"/>
          </a:xfrm>
          <a:prstGeom prst="rect">
            <a:avLst/>
          </a:prstGeom>
        </p:spPr>
        <p:txBody>
          <a:bodyPr anchorCtr="0" anchor="ctr" bIns="91425" lIns="91425" spcFirstLastPara="1" rIns="91425" wrap="square" tIns="91425">
            <a:noAutofit/>
          </a:bodyPr>
          <a:lstStyle>
            <a:lvl1pPr lvl="0" algn="r">
              <a:spcBef>
                <a:spcPts val="0"/>
              </a:spcBef>
              <a:spcAft>
                <a:spcPts val="0"/>
              </a:spcAft>
              <a:buSzPts val="1000"/>
              <a:buNone/>
              <a:defRPr/>
            </a:lvl1pPr>
            <a:lvl2pPr lvl="1" algn="r">
              <a:spcBef>
                <a:spcPts val="0"/>
              </a:spcBef>
              <a:spcAft>
                <a:spcPts val="0"/>
              </a:spcAft>
              <a:buSzPts val="1000"/>
              <a:buNone/>
              <a:defRPr/>
            </a:lvl2pPr>
            <a:lvl3pPr lvl="2" algn="r">
              <a:spcBef>
                <a:spcPts val="0"/>
              </a:spcBef>
              <a:spcAft>
                <a:spcPts val="0"/>
              </a:spcAft>
              <a:buSzPts val="1000"/>
              <a:buNone/>
              <a:defRPr/>
            </a:lvl3pPr>
            <a:lvl4pPr lvl="3" algn="r">
              <a:spcBef>
                <a:spcPts val="0"/>
              </a:spcBef>
              <a:spcAft>
                <a:spcPts val="0"/>
              </a:spcAft>
              <a:buSzPts val="1000"/>
              <a:buNone/>
              <a:defRPr/>
            </a:lvl4pPr>
            <a:lvl5pPr lvl="4" algn="r">
              <a:spcBef>
                <a:spcPts val="0"/>
              </a:spcBef>
              <a:spcAft>
                <a:spcPts val="0"/>
              </a:spcAft>
              <a:buSzPts val="1000"/>
              <a:buNone/>
              <a:defRPr/>
            </a:lvl5pPr>
            <a:lvl6pPr lvl="5" algn="r">
              <a:spcBef>
                <a:spcPts val="0"/>
              </a:spcBef>
              <a:spcAft>
                <a:spcPts val="0"/>
              </a:spcAft>
              <a:buSzPts val="1000"/>
              <a:buNone/>
              <a:defRPr/>
            </a:lvl6pPr>
            <a:lvl7pPr lvl="6" algn="r">
              <a:spcBef>
                <a:spcPts val="0"/>
              </a:spcBef>
              <a:spcAft>
                <a:spcPts val="0"/>
              </a:spcAft>
              <a:buSzPts val="1000"/>
              <a:buNone/>
              <a:defRPr/>
            </a:lvl7pPr>
            <a:lvl8pPr lvl="7" algn="r">
              <a:spcBef>
                <a:spcPts val="0"/>
              </a:spcBef>
              <a:spcAft>
                <a:spcPts val="0"/>
              </a:spcAft>
              <a:buSzPts val="1000"/>
              <a:buNone/>
              <a:defRPr/>
            </a:lvl8pPr>
            <a:lvl9pPr lvl="8" algn="r">
              <a:spcBef>
                <a:spcPts val="0"/>
              </a:spcBef>
              <a:spcAft>
                <a:spcPts val="0"/>
              </a:spcAft>
              <a:buSzPts val="1000"/>
              <a:buNone/>
              <a:defRPr/>
            </a:lvl9pPr>
          </a:lstStyle>
          <a:p/>
        </p:txBody>
      </p:sp>
      <p:sp>
        <p:nvSpPr>
          <p:cNvPr id="519" name="Google Shape;519;p57"/>
          <p:cNvSpPr/>
          <p:nvPr/>
        </p:nvSpPr>
        <p:spPr>
          <a:xfrm rot="5400000">
            <a:off x="251388" y="475250"/>
            <a:ext cx="3837300" cy="3837300"/>
          </a:xfrm>
          <a:prstGeom prst="pie">
            <a:avLst>
              <a:gd fmla="val 12366" name="adj1"/>
              <a:gd fmla="val 10800000" name="adj2"/>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57"/>
          <p:cNvSpPr/>
          <p:nvPr/>
        </p:nvSpPr>
        <p:spPr>
          <a:xfrm rot="-5400000">
            <a:off x="5033888" y="465200"/>
            <a:ext cx="3857400" cy="3857400"/>
          </a:xfrm>
          <a:prstGeom prst="pie">
            <a:avLst>
              <a:gd fmla="val 12366" name="adj1"/>
              <a:gd fmla="val 10819259"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57"/>
          <p:cNvSpPr txBox="1"/>
          <p:nvPr>
            <p:ph type="title"/>
          </p:nvPr>
        </p:nvSpPr>
        <p:spPr>
          <a:xfrm>
            <a:off x="2493450" y="658700"/>
            <a:ext cx="4157100" cy="3453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600"/>
              <a:buNone/>
              <a:defRPr sz="3600"/>
            </a:lvl1pPr>
            <a:lvl2pPr lvl="1">
              <a:spcBef>
                <a:spcPts val="0"/>
              </a:spcBef>
              <a:spcAft>
                <a:spcPts val="0"/>
              </a:spcAft>
              <a:buClr>
                <a:schemeClr val="dk1"/>
              </a:buClr>
              <a:buSzPts val="3600"/>
              <a:buFont typeface="Libre Baskerville"/>
              <a:buNone/>
              <a:defRPr sz="3600">
                <a:solidFill>
                  <a:schemeClr val="dk1"/>
                </a:solidFill>
              </a:defRPr>
            </a:lvl2pPr>
            <a:lvl3pPr lvl="2">
              <a:spcBef>
                <a:spcPts val="0"/>
              </a:spcBef>
              <a:spcAft>
                <a:spcPts val="0"/>
              </a:spcAft>
              <a:buClr>
                <a:schemeClr val="dk1"/>
              </a:buClr>
              <a:buSzPts val="3600"/>
              <a:buFont typeface="Libre Baskerville"/>
              <a:buNone/>
              <a:defRPr sz="3600">
                <a:solidFill>
                  <a:schemeClr val="dk1"/>
                </a:solidFill>
              </a:defRPr>
            </a:lvl3pPr>
            <a:lvl4pPr lvl="3">
              <a:spcBef>
                <a:spcPts val="0"/>
              </a:spcBef>
              <a:spcAft>
                <a:spcPts val="0"/>
              </a:spcAft>
              <a:buClr>
                <a:schemeClr val="dk1"/>
              </a:buClr>
              <a:buSzPts val="3600"/>
              <a:buFont typeface="Libre Baskerville"/>
              <a:buNone/>
              <a:defRPr sz="3600">
                <a:solidFill>
                  <a:schemeClr val="dk1"/>
                </a:solidFill>
              </a:defRPr>
            </a:lvl4pPr>
            <a:lvl5pPr lvl="4">
              <a:spcBef>
                <a:spcPts val="0"/>
              </a:spcBef>
              <a:spcAft>
                <a:spcPts val="0"/>
              </a:spcAft>
              <a:buClr>
                <a:schemeClr val="dk1"/>
              </a:buClr>
              <a:buSzPts val="3600"/>
              <a:buFont typeface="Libre Baskerville"/>
              <a:buNone/>
              <a:defRPr sz="3600">
                <a:solidFill>
                  <a:schemeClr val="dk1"/>
                </a:solidFill>
              </a:defRPr>
            </a:lvl5pPr>
            <a:lvl6pPr lvl="5">
              <a:spcBef>
                <a:spcPts val="0"/>
              </a:spcBef>
              <a:spcAft>
                <a:spcPts val="0"/>
              </a:spcAft>
              <a:buClr>
                <a:schemeClr val="dk1"/>
              </a:buClr>
              <a:buSzPts val="3600"/>
              <a:buFont typeface="Libre Baskerville"/>
              <a:buNone/>
              <a:defRPr sz="3600">
                <a:solidFill>
                  <a:schemeClr val="dk1"/>
                </a:solidFill>
              </a:defRPr>
            </a:lvl6pPr>
            <a:lvl7pPr lvl="6">
              <a:spcBef>
                <a:spcPts val="0"/>
              </a:spcBef>
              <a:spcAft>
                <a:spcPts val="0"/>
              </a:spcAft>
              <a:buClr>
                <a:schemeClr val="dk1"/>
              </a:buClr>
              <a:buSzPts val="3600"/>
              <a:buFont typeface="Libre Baskerville"/>
              <a:buNone/>
              <a:defRPr sz="3600">
                <a:solidFill>
                  <a:schemeClr val="dk1"/>
                </a:solidFill>
              </a:defRPr>
            </a:lvl7pPr>
            <a:lvl8pPr lvl="7">
              <a:spcBef>
                <a:spcPts val="0"/>
              </a:spcBef>
              <a:spcAft>
                <a:spcPts val="0"/>
              </a:spcAft>
              <a:buClr>
                <a:schemeClr val="dk1"/>
              </a:buClr>
              <a:buSzPts val="3600"/>
              <a:buFont typeface="Libre Baskerville"/>
              <a:buNone/>
              <a:defRPr sz="3600">
                <a:solidFill>
                  <a:schemeClr val="dk1"/>
                </a:solidFill>
              </a:defRPr>
            </a:lvl8pPr>
            <a:lvl9pPr lvl="8">
              <a:spcBef>
                <a:spcPts val="0"/>
              </a:spcBef>
              <a:spcAft>
                <a:spcPts val="0"/>
              </a:spcAft>
              <a:buClr>
                <a:schemeClr val="dk1"/>
              </a:buClr>
              <a:buSzPts val="3600"/>
              <a:buFont typeface="Libre Baskerville"/>
              <a:buNone/>
              <a:defRPr sz="3600">
                <a:solidFill>
                  <a:schemeClr val="dk1"/>
                </a:solidFill>
              </a:defRPr>
            </a:lvl9pPr>
          </a:lstStyle>
          <a:p/>
        </p:txBody>
      </p:sp>
      <p:cxnSp>
        <p:nvCxnSpPr>
          <p:cNvPr id="522" name="Google Shape;522;p57"/>
          <p:cNvCxnSpPr/>
          <p:nvPr/>
        </p:nvCxnSpPr>
        <p:spPr>
          <a:xfrm>
            <a:off x="2762250" y="4827350"/>
            <a:ext cx="0" cy="316800"/>
          </a:xfrm>
          <a:prstGeom prst="straightConnector1">
            <a:avLst/>
          </a:prstGeom>
          <a:noFill/>
          <a:ln cap="flat" cmpd="sng" w="9525">
            <a:solidFill>
              <a:schemeClr val="dk1"/>
            </a:solidFill>
            <a:prstDash val="solid"/>
            <a:round/>
            <a:headEnd len="med" w="med" type="none"/>
            <a:tailEnd len="med" w="med" type="none"/>
          </a:ln>
        </p:spPr>
      </p:cxnSp>
      <p:sp>
        <p:nvSpPr>
          <p:cNvPr id="523" name="Google Shape;523;p57"/>
          <p:cNvSpPr txBox="1"/>
          <p:nvPr>
            <p:ph idx="2" type="subTitle"/>
          </p:nvPr>
        </p:nvSpPr>
        <p:spPr>
          <a:xfrm>
            <a:off x="251400" y="4827075"/>
            <a:ext cx="2205900" cy="314100"/>
          </a:xfrm>
          <a:prstGeom prst="rect">
            <a:avLst/>
          </a:prstGeom>
        </p:spPr>
        <p:txBody>
          <a:bodyPr anchorCtr="0" anchor="t" bIns="91425" lIns="91425" spcFirstLastPara="1" rIns="91425" wrap="square" tIns="91425">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524" name="Google Shape;524;p57"/>
          <p:cNvSpPr txBox="1"/>
          <p:nvPr>
            <p:ph idx="3" type="subTitle"/>
          </p:nvPr>
        </p:nvSpPr>
        <p:spPr>
          <a:xfrm>
            <a:off x="3545100" y="4829700"/>
            <a:ext cx="2053800" cy="314100"/>
          </a:xfrm>
          <a:prstGeom prst="rect">
            <a:avLst/>
          </a:prstGeom>
        </p:spPr>
        <p:txBody>
          <a:bodyPr anchorCtr="0" anchor="t" bIns="91425" lIns="91425" spcFirstLastPara="1" rIns="91425" wrap="square" tIns="91425">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525" name="Google Shape;525;p57"/>
          <p:cNvSpPr/>
          <p:nvPr/>
        </p:nvSpPr>
        <p:spPr>
          <a:xfrm rot="5400000">
            <a:off x="8611250" y="4735800"/>
            <a:ext cx="321000" cy="494100"/>
          </a:xfrm>
          <a:prstGeom prst="round2SameRect">
            <a:avLst>
              <a:gd fmla="val 50000"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26" name="Google Shape;526;p57"/>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type="blank">
  <p:cSld name="BLANK">
    <p:spTree>
      <p:nvGrpSpPr>
        <p:cNvPr id="527" name="Shape 527"/>
        <p:cNvGrpSpPr/>
        <p:nvPr/>
      </p:nvGrpSpPr>
      <p:grpSpPr>
        <a:xfrm>
          <a:off x="0" y="0"/>
          <a:ext cx="0" cy="0"/>
          <a:chOff x="0" y="0"/>
          <a:chExt cx="0" cy="0"/>
        </a:xfrm>
      </p:grpSpPr>
      <p:sp>
        <p:nvSpPr>
          <p:cNvPr id="528" name="Google Shape;528;p58"/>
          <p:cNvSpPr/>
          <p:nvPr>
            <p:ph idx="2" type="pic"/>
          </p:nvPr>
        </p:nvSpPr>
        <p:spPr>
          <a:xfrm>
            <a:off x="125700" y="125600"/>
            <a:ext cx="8892900" cy="2452800"/>
          </a:xfrm>
          <a:prstGeom prst="roundRect">
            <a:avLst>
              <a:gd fmla="val 16667" name="adj"/>
            </a:avLst>
          </a:prstGeom>
          <a:noFill/>
          <a:ln>
            <a:noFill/>
          </a:ln>
        </p:spPr>
      </p:sp>
      <p:sp>
        <p:nvSpPr>
          <p:cNvPr id="529" name="Google Shape;529;p58"/>
          <p:cNvSpPr txBox="1"/>
          <p:nvPr>
            <p:ph type="title"/>
          </p:nvPr>
        </p:nvSpPr>
        <p:spPr>
          <a:xfrm>
            <a:off x="125700" y="3233475"/>
            <a:ext cx="8768100" cy="1467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600"/>
              <a:buNone/>
              <a:defRPr b="1" sz="9600"/>
            </a:lvl1pPr>
            <a:lvl2pPr lvl="1">
              <a:spcBef>
                <a:spcPts val="0"/>
              </a:spcBef>
              <a:spcAft>
                <a:spcPts val="0"/>
              </a:spcAft>
              <a:buClr>
                <a:schemeClr val="dk1"/>
              </a:buClr>
              <a:buSzPts val="9600"/>
              <a:buFont typeface="Libre Baskerville"/>
              <a:buNone/>
              <a:defRPr b="1" sz="9600">
                <a:solidFill>
                  <a:schemeClr val="dk1"/>
                </a:solidFill>
              </a:defRPr>
            </a:lvl2pPr>
            <a:lvl3pPr lvl="2">
              <a:spcBef>
                <a:spcPts val="0"/>
              </a:spcBef>
              <a:spcAft>
                <a:spcPts val="0"/>
              </a:spcAft>
              <a:buClr>
                <a:schemeClr val="dk1"/>
              </a:buClr>
              <a:buSzPts val="9600"/>
              <a:buFont typeface="Libre Baskerville"/>
              <a:buNone/>
              <a:defRPr b="1" sz="9600">
                <a:solidFill>
                  <a:schemeClr val="dk1"/>
                </a:solidFill>
              </a:defRPr>
            </a:lvl3pPr>
            <a:lvl4pPr lvl="3">
              <a:spcBef>
                <a:spcPts val="0"/>
              </a:spcBef>
              <a:spcAft>
                <a:spcPts val="0"/>
              </a:spcAft>
              <a:buClr>
                <a:schemeClr val="dk1"/>
              </a:buClr>
              <a:buSzPts val="9600"/>
              <a:buFont typeface="Libre Baskerville"/>
              <a:buNone/>
              <a:defRPr b="1" sz="9600">
                <a:solidFill>
                  <a:schemeClr val="dk1"/>
                </a:solidFill>
              </a:defRPr>
            </a:lvl4pPr>
            <a:lvl5pPr lvl="4">
              <a:spcBef>
                <a:spcPts val="0"/>
              </a:spcBef>
              <a:spcAft>
                <a:spcPts val="0"/>
              </a:spcAft>
              <a:buClr>
                <a:schemeClr val="dk1"/>
              </a:buClr>
              <a:buSzPts val="9600"/>
              <a:buFont typeface="Libre Baskerville"/>
              <a:buNone/>
              <a:defRPr b="1" sz="9600">
                <a:solidFill>
                  <a:schemeClr val="dk1"/>
                </a:solidFill>
              </a:defRPr>
            </a:lvl5pPr>
            <a:lvl6pPr lvl="5">
              <a:spcBef>
                <a:spcPts val="0"/>
              </a:spcBef>
              <a:spcAft>
                <a:spcPts val="0"/>
              </a:spcAft>
              <a:buClr>
                <a:schemeClr val="dk1"/>
              </a:buClr>
              <a:buSzPts val="9600"/>
              <a:buFont typeface="Libre Baskerville"/>
              <a:buNone/>
              <a:defRPr b="1" sz="9600">
                <a:solidFill>
                  <a:schemeClr val="dk1"/>
                </a:solidFill>
              </a:defRPr>
            </a:lvl6pPr>
            <a:lvl7pPr lvl="6">
              <a:spcBef>
                <a:spcPts val="0"/>
              </a:spcBef>
              <a:spcAft>
                <a:spcPts val="0"/>
              </a:spcAft>
              <a:buClr>
                <a:schemeClr val="dk1"/>
              </a:buClr>
              <a:buSzPts val="9600"/>
              <a:buFont typeface="Libre Baskerville"/>
              <a:buNone/>
              <a:defRPr b="1" sz="9600">
                <a:solidFill>
                  <a:schemeClr val="dk1"/>
                </a:solidFill>
              </a:defRPr>
            </a:lvl7pPr>
            <a:lvl8pPr lvl="7">
              <a:spcBef>
                <a:spcPts val="0"/>
              </a:spcBef>
              <a:spcAft>
                <a:spcPts val="0"/>
              </a:spcAft>
              <a:buClr>
                <a:schemeClr val="dk1"/>
              </a:buClr>
              <a:buSzPts val="9600"/>
              <a:buFont typeface="Libre Baskerville"/>
              <a:buNone/>
              <a:defRPr b="1" sz="9600">
                <a:solidFill>
                  <a:schemeClr val="dk1"/>
                </a:solidFill>
              </a:defRPr>
            </a:lvl8pPr>
            <a:lvl9pPr lvl="8">
              <a:spcBef>
                <a:spcPts val="0"/>
              </a:spcBef>
              <a:spcAft>
                <a:spcPts val="0"/>
              </a:spcAft>
              <a:buClr>
                <a:schemeClr val="dk1"/>
              </a:buClr>
              <a:buSzPts val="9600"/>
              <a:buFont typeface="Libre Baskerville"/>
              <a:buNone/>
              <a:defRPr b="1" sz="9600">
                <a:solidFill>
                  <a:schemeClr val="dk1"/>
                </a:solidFill>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ope">
  <p:cSld name="CUSTOM_9">
    <p:spTree>
      <p:nvGrpSpPr>
        <p:cNvPr id="530" name="Shape 530"/>
        <p:cNvGrpSpPr/>
        <p:nvPr/>
      </p:nvGrpSpPr>
      <p:grpSpPr>
        <a:xfrm>
          <a:off x="0" y="0"/>
          <a:ext cx="0" cy="0"/>
          <a:chOff x="0" y="0"/>
          <a:chExt cx="0" cy="0"/>
        </a:xfrm>
      </p:grpSpPr>
      <p:sp>
        <p:nvSpPr>
          <p:cNvPr id="531" name="Google Shape;531;p59"/>
          <p:cNvSpPr txBox="1"/>
          <p:nvPr>
            <p:ph type="title"/>
          </p:nvPr>
        </p:nvSpPr>
        <p:spPr>
          <a:xfrm>
            <a:off x="125700" y="125600"/>
            <a:ext cx="8768100" cy="16851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atin typeface="Roboto"/>
                <a:ea typeface="Roboto"/>
                <a:cs typeface="Roboto"/>
                <a:sym typeface="Roboto"/>
              </a:defRPr>
            </a:lvl2pPr>
            <a:lvl3pPr lvl="2">
              <a:spcBef>
                <a:spcPts val="0"/>
              </a:spcBef>
              <a:spcAft>
                <a:spcPts val="0"/>
              </a:spcAft>
              <a:buSzPts val="1400"/>
              <a:buNone/>
              <a:defRPr>
                <a:latin typeface="Roboto"/>
                <a:ea typeface="Roboto"/>
                <a:cs typeface="Roboto"/>
                <a:sym typeface="Roboto"/>
              </a:defRPr>
            </a:lvl3pPr>
            <a:lvl4pPr lvl="3">
              <a:spcBef>
                <a:spcPts val="0"/>
              </a:spcBef>
              <a:spcAft>
                <a:spcPts val="0"/>
              </a:spcAft>
              <a:buSzPts val="1400"/>
              <a:buNone/>
              <a:defRPr>
                <a:latin typeface="Roboto"/>
                <a:ea typeface="Roboto"/>
                <a:cs typeface="Roboto"/>
                <a:sym typeface="Roboto"/>
              </a:defRPr>
            </a:lvl4pPr>
            <a:lvl5pPr lvl="4">
              <a:spcBef>
                <a:spcPts val="0"/>
              </a:spcBef>
              <a:spcAft>
                <a:spcPts val="0"/>
              </a:spcAft>
              <a:buSzPts val="1400"/>
              <a:buNone/>
              <a:defRPr>
                <a:latin typeface="Roboto"/>
                <a:ea typeface="Roboto"/>
                <a:cs typeface="Roboto"/>
                <a:sym typeface="Roboto"/>
              </a:defRPr>
            </a:lvl5pPr>
            <a:lvl6pPr lvl="5">
              <a:spcBef>
                <a:spcPts val="0"/>
              </a:spcBef>
              <a:spcAft>
                <a:spcPts val="0"/>
              </a:spcAft>
              <a:buSzPts val="1400"/>
              <a:buNone/>
              <a:defRPr>
                <a:latin typeface="Roboto"/>
                <a:ea typeface="Roboto"/>
                <a:cs typeface="Roboto"/>
                <a:sym typeface="Roboto"/>
              </a:defRPr>
            </a:lvl6pPr>
            <a:lvl7pPr lvl="6">
              <a:spcBef>
                <a:spcPts val="0"/>
              </a:spcBef>
              <a:spcAft>
                <a:spcPts val="0"/>
              </a:spcAft>
              <a:buSzPts val="1400"/>
              <a:buNone/>
              <a:defRPr>
                <a:latin typeface="Roboto"/>
                <a:ea typeface="Roboto"/>
                <a:cs typeface="Roboto"/>
                <a:sym typeface="Roboto"/>
              </a:defRPr>
            </a:lvl7pPr>
            <a:lvl8pPr lvl="7">
              <a:spcBef>
                <a:spcPts val="0"/>
              </a:spcBef>
              <a:spcAft>
                <a:spcPts val="0"/>
              </a:spcAft>
              <a:buSzPts val="1400"/>
              <a:buNone/>
              <a:defRPr>
                <a:latin typeface="Roboto"/>
                <a:ea typeface="Roboto"/>
                <a:cs typeface="Roboto"/>
                <a:sym typeface="Roboto"/>
              </a:defRPr>
            </a:lvl8pPr>
            <a:lvl9pPr lvl="8">
              <a:spcBef>
                <a:spcPts val="0"/>
              </a:spcBef>
              <a:spcAft>
                <a:spcPts val="0"/>
              </a:spcAft>
              <a:buSzPts val="1400"/>
              <a:buNone/>
              <a:defRPr>
                <a:latin typeface="Roboto"/>
                <a:ea typeface="Roboto"/>
                <a:cs typeface="Roboto"/>
                <a:sym typeface="Roboto"/>
              </a:defRPr>
            </a:lvl9pPr>
          </a:lstStyle>
          <a:p/>
        </p:txBody>
      </p:sp>
      <p:sp>
        <p:nvSpPr>
          <p:cNvPr id="532" name="Google Shape;532;p59"/>
          <p:cNvSpPr/>
          <p:nvPr/>
        </p:nvSpPr>
        <p:spPr>
          <a:xfrm>
            <a:off x="650" y="1395450"/>
            <a:ext cx="9143100" cy="51435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59"/>
          <p:cNvSpPr/>
          <p:nvPr/>
        </p:nvSpPr>
        <p:spPr>
          <a:xfrm>
            <a:off x="1488" y="2081250"/>
            <a:ext cx="9143100" cy="4131900"/>
          </a:xfrm>
          <a:prstGeom prst="roundRect">
            <a:avLst>
              <a:gd fmla="val 1953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59"/>
          <p:cNvSpPr/>
          <p:nvPr/>
        </p:nvSpPr>
        <p:spPr>
          <a:xfrm>
            <a:off x="650" y="2767050"/>
            <a:ext cx="9143100" cy="3235200"/>
          </a:xfrm>
          <a:prstGeom prst="roundRect">
            <a:avLst>
              <a:gd fmla="val 25303"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59"/>
          <p:cNvSpPr/>
          <p:nvPr/>
        </p:nvSpPr>
        <p:spPr>
          <a:xfrm>
            <a:off x="1488" y="3452850"/>
            <a:ext cx="9143100" cy="2304000"/>
          </a:xfrm>
          <a:prstGeom prst="roundRect">
            <a:avLst>
              <a:gd fmla="val 3551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59"/>
          <p:cNvSpPr/>
          <p:nvPr/>
        </p:nvSpPr>
        <p:spPr>
          <a:xfrm>
            <a:off x="650" y="4138650"/>
            <a:ext cx="9143100" cy="2827200"/>
          </a:xfrm>
          <a:prstGeom prst="roundRect">
            <a:avLst>
              <a:gd fmla="val 2904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59"/>
          <p:cNvSpPr txBox="1"/>
          <p:nvPr>
            <p:ph idx="2" type="title"/>
          </p:nvPr>
        </p:nvSpPr>
        <p:spPr>
          <a:xfrm>
            <a:off x="251300" y="1395450"/>
            <a:ext cx="4656900" cy="6858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8" name="Google Shape;538;p59"/>
          <p:cNvSpPr txBox="1"/>
          <p:nvPr>
            <p:ph idx="3" type="title"/>
          </p:nvPr>
        </p:nvSpPr>
        <p:spPr>
          <a:xfrm>
            <a:off x="1048400" y="2081250"/>
            <a:ext cx="4656900" cy="6858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9" name="Google Shape;539;p59"/>
          <p:cNvSpPr txBox="1"/>
          <p:nvPr>
            <p:ph idx="4" type="title"/>
          </p:nvPr>
        </p:nvSpPr>
        <p:spPr>
          <a:xfrm>
            <a:off x="2243550" y="2767050"/>
            <a:ext cx="4656900" cy="6858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40" name="Google Shape;540;p59"/>
          <p:cNvSpPr txBox="1"/>
          <p:nvPr>
            <p:ph idx="5" type="title"/>
          </p:nvPr>
        </p:nvSpPr>
        <p:spPr>
          <a:xfrm>
            <a:off x="3439700" y="3452850"/>
            <a:ext cx="4656900" cy="6858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41" name="Google Shape;541;p59"/>
          <p:cNvSpPr txBox="1"/>
          <p:nvPr>
            <p:ph idx="6" type="title"/>
          </p:nvPr>
        </p:nvSpPr>
        <p:spPr>
          <a:xfrm>
            <a:off x="4236800" y="4138650"/>
            <a:ext cx="4656900" cy="68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on">
  <p:cSld name="CUSTOM_9_2">
    <p:bg>
      <p:bgPr>
        <a:solidFill>
          <a:schemeClr val="dk1"/>
        </a:solidFill>
      </p:bgPr>
    </p:bg>
    <p:spTree>
      <p:nvGrpSpPr>
        <p:cNvPr id="542" name="Shape 542"/>
        <p:cNvGrpSpPr/>
        <p:nvPr/>
      </p:nvGrpSpPr>
      <p:grpSpPr>
        <a:xfrm>
          <a:off x="0" y="0"/>
          <a:ext cx="0" cy="0"/>
          <a:chOff x="0" y="0"/>
          <a:chExt cx="0" cy="0"/>
        </a:xfrm>
      </p:grpSpPr>
      <p:sp>
        <p:nvSpPr>
          <p:cNvPr id="543" name="Google Shape;543;p60"/>
          <p:cNvSpPr/>
          <p:nvPr/>
        </p:nvSpPr>
        <p:spPr>
          <a:xfrm rot="5400000">
            <a:off x="4391175" y="560850"/>
            <a:ext cx="321000" cy="8851800"/>
          </a:xfrm>
          <a:prstGeom prst="round2SameRect">
            <a:avLst>
              <a:gd fmla="val 50000" name="adj1"/>
              <a:gd fmla="val 50000"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544" name="Google Shape;544;p60"/>
          <p:cNvSpPr txBox="1"/>
          <p:nvPr>
            <p:ph type="title"/>
          </p:nvPr>
        </p:nvSpPr>
        <p:spPr>
          <a:xfrm>
            <a:off x="125700" y="125600"/>
            <a:ext cx="6376800" cy="1685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600"/>
              <a:buNone/>
              <a:defRPr>
                <a:solidFill>
                  <a:schemeClr val="lt1"/>
                </a:solidFill>
              </a:defRPr>
            </a:lvl1pPr>
            <a:lvl2pPr lvl="1">
              <a:spcBef>
                <a:spcPts val="0"/>
              </a:spcBef>
              <a:spcAft>
                <a:spcPts val="0"/>
              </a:spcAft>
              <a:buClr>
                <a:schemeClr val="lt1"/>
              </a:buClr>
              <a:buSzPts val="1400"/>
              <a:buNone/>
              <a:defRPr>
                <a:solidFill>
                  <a:schemeClr val="lt1"/>
                </a:solidFill>
                <a:latin typeface="Roboto"/>
                <a:ea typeface="Roboto"/>
                <a:cs typeface="Roboto"/>
                <a:sym typeface="Roboto"/>
              </a:defRPr>
            </a:lvl2pPr>
            <a:lvl3pPr lvl="2">
              <a:spcBef>
                <a:spcPts val="0"/>
              </a:spcBef>
              <a:spcAft>
                <a:spcPts val="0"/>
              </a:spcAft>
              <a:buClr>
                <a:schemeClr val="lt1"/>
              </a:buClr>
              <a:buSzPts val="1400"/>
              <a:buNone/>
              <a:defRPr>
                <a:solidFill>
                  <a:schemeClr val="lt1"/>
                </a:solidFill>
                <a:latin typeface="Roboto"/>
                <a:ea typeface="Roboto"/>
                <a:cs typeface="Roboto"/>
                <a:sym typeface="Roboto"/>
              </a:defRPr>
            </a:lvl3pPr>
            <a:lvl4pPr lvl="3">
              <a:spcBef>
                <a:spcPts val="0"/>
              </a:spcBef>
              <a:spcAft>
                <a:spcPts val="0"/>
              </a:spcAft>
              <a:buClr>
                <a:schemeClr val="lt1"/>
              </a:buClr>
              <a:buSzPts val="1400"/>
              <a:buNone/>
              <a:defRPr>
                <a:solidFill>
                  <a:schemeClr val="lt1"/>
                </a:solidFill>
                <a:latin typeface="Roboto"/>
                <a:ea typeface="Roboto"/>
                <a:cs typeface="Roboto"/>
                <a:sym typeface="Roboto"/>
              </a:defRPr>
            </a:lvl4pPr>
            <a:lvl5pPr lvl="4">
              <a:spcBef>
                <a:spcPts val="0"/>
              </a:spcBef>
              <a:spcAft>
                <a:spcPts val="0"/>
              </a:spcAft>
              <a:buClr>
                <a:schemeClr val="lt1"/>
              </a:buClr>
              <a:buSzPts val="1400"/>
              <a:buNone/>
              <a:defRPr>
                <a:solidFill>
                  <a:schemeClr val="lt1"/>
                </a:solidFill>
                <a:latin typeface="Roboto"/>
                <a:ea typeface="Roboto"/>
                <a:cs typeface="Roboto"/>
                <a:sym typeface="Roboto"/>
              </a:defRPr>
            </a:lvl5pPr>
            <a:lvl6pPr lvl="5">
              <a:spcBef>
                <a:spcPts val="0"/>
              </a:spcBef>
              <a:spcAft>
                <a:spcPts val="0"/>
              </a:spcAft>
              <a:buClr>
                <a:schemeClr val="lt1"/>
              </a:buClr>
              <a:buSzPts val="1400"/>
              <a:buNone/>
              <a:defRPr>
                <a:solidFill>
                  <a:schemeClr val="lt1"/>
                </a:solidFill>
                <a:latin typeface="Roboto"/>
                <a:ea typeface="Roboto"/>
                <a:cs typeface="Roboto"/>
                <a:sym typeface="Roboto"/>
              </a:defRPr>
            </a:lvl6pPr>
            <a:lvl7pPr lvl="6">
              <a:spcBef>
                <a:spcPts val="0"/>
              </a:spcBef>
              <a:spcAft>
                <a:spcPts val="0"/>
              </a:spcAft>
              <a:buClr>
                <a:schemeClr val="lt1"/>
              </a:buClr>
              <a:buSzPts val="1400"/>
              <a:buNone/>
              <a:defRPr>
                <a:solidFill>
                  <a:schemeClr val="lt1"/>
                </a:solidFill>
                <a:latin typeface="Roboto"/>
                <a:ea typeface="Roboto"/>
                <a:cs typeface="Roboto"/>
                <a:sym typeface="Roboto"/>
              </a:defRPr>
            </a:lvl7pPr>
            <a:lvl8pPr lvl="7">
              <a:spcBef>
                <a:spcPts val="0"/>
              </a:spcBef>
              <a:spcAft>
                <a:spcPts val="0"/>
              </a:spcAft>
              <a:buClr>
                <a:schemeClr val="lt1"/>
              </a:buClr>
              <a:buSzPts val="1400"/>
              <a:buNone/>
              <a:defRPr>
                <a:solidFill>
                  <a:schemeClr val="lt1"/>
                </a:solidFill>
                <a:latin typeface="Roboto"/>
                <a:ea typeface="Roboto"/>
                <a:cs typeface="Roboto"/>
                <a:sym typeface="Roboto"/>
              </a:defRPr>
            </a:lvl8pPr>
            <a:lvl9pPr lvl="8">
              <a:spcBef>
                <a:spcPts val="0"/>
              </a:spcBef>
              <a:spcAft>
                <a:spcPts val="0"/>
              </a:spcAft>
              <a:buClr>
                <a:schemeClr val="lt1"/>
              </a:buClr>
              <a:buSzPts val="1400"/>
              <a:buNone/>
              <a:defRPr>
                <a:solidFill>
                  <a:schemeClr val="lt1"/>
                </a:solidFill>
                <a:latin typeface="Roboto"/>
                <a:ea typeface="Roboto"/>
                <a:cs typeface="Roboto"/>
                <a:sym typeface="Roboto"/>
              </a:defRPr>
            </a:lvl9pPr>
          </a:lstStyle>
          <a:p/>
        </p:txBody>
      </p:sp>
      <p:cxnSp>
        <p:nvCxnSpPr>
          <p:cNvPr id="545" name="Google Shape;545;p60"/>
          <p:cNvCxnSpPr/>
          <p:nvPr/>
        </p:nvCxnSpPr>
        <p:spPr>
          <a:xfrm>
            <a:off x="2762250" y="4827750"/>
            <a:ext cx="0" cy="316500"/>
          </a:xfrm>
          <a:prstGeom prst="straightConnector1">
            <a:avLst/>
          </a:prstGeom>
          <a:noFill/>
          <a:ln cap="flat" cmpd="sng" w="9525">
            <a:solidFill>
              <a:schemeClr val="lt1"/>
            </a:solidFill>
            <a:prstDash val="solid"/>
            <a:round/>
            <a:headEnd len="med" w="med" type="none"/>
            <a:tailEnd len="med" w="med" type="none"/>
          </a:ln>
        </p:spPr>
      </p:cxnSp>
      <p:sp>
        <p:nvSpPr>
          <p:cNvPr id="546" name="Google Shape;546;p60"/>
          <p:cNvSpPr txBox="1"/>
          <p:nvPr>
            <p:ph idx="1" type="subTitle"/>
          </p:nvPr>
        </p:nvSpPr>
        <p:spPr>
          <a:xfrm>
            <a:off x="251400" y="4827075"/>
            <a:ext cx="2205900" cy="3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
              <a:buNone/>
              <a:defRPr sz="800">
                <a:solidFill>
                  <a:schemeClr val="lt1"/>
                </a:solidFill>
              </a:defRPr>
            </a:lvl1pPr>
            <a:lvl2pPr lvl="1">
              <a:spcBef>
                <a:spcPts val="0"/>
              </a:spcBef>
              <a:spcAft>
                <a:spcPts val="0"/>
              </a:spcAft>
              <a:buClr>
                <a:schemeClr val="lt1"/>
              </a:buClr>
              <a:buSzPts val="1000"/>
              <a:buNone/>
              <a:defRPr>
                <a:solidFill>
                  <a:schemeClr val="lt1"/>
                </a:solidFill>
              </a:defRPr>
            </a:lvl2pPr>
            <a:lvl3pPr lvl="2">
              <a:spcBef>
                <a:spcPts val="0"/>
              </a:spcBef>
              <a:spcAft>
                <a:spcPts val="0"/>
              </a:spcAft>
              <a:buClr>
                <a:schemeClr val="lt1"/>
              </a:buClr>
              <a:buSzPts val="1000"/>
              <a:buNone/>
              <a:defRPr>
                <a:solidFill>
                  <a:schemeClr val="lt1"/>
                </a:solidFill>
              </a:defRPr>
            </a:lvl3pPr>
            <a:lvl4pPr lvl="3">
              <a:spcBef>
                <a:spcPts val="0"/>
              </a:spcBef>
              <a:spcAft>
                <a:spcPts val="0"/>
              </a:spcAft>
              <a:buClr>
                <a:schemeClr val="lt1"/>
              </a:buClr>
              <a:buSzPts val="1000"/>
              <a:buNone/>
              <a:defRPr>
                <a:solidFill>
                  <a:schemeClr val="lt1"/>
                </a:solidFill>
              </a:defRPr>
            </a:lvl4pPr>
            <a:lvl5pPr lvl="4">
              <a:spcBef>
                <a:spcPts val="0"/>
              </a:spcBef>
              <a:spcAft>
                <a:spcPts val="0"/>
              </a:spcAft>
              <a:buClr>
                <a:schemeClr val="lt1"/>
              </a:buClr>
              <a:buSzPts val="1000"/>
              <a:buNone/>
              <a:defRPr>
                <a:solidFill>
                  <a:schemeClr val="lt1"/>
                </a:solidFill>
              </a:defRPr>
            </a:lvl5pPr>
            <a:lvl6pPr lvl="5">
              <a:spcBef>
                <a:spcPts val="0"/>
              </a:spcBef>
              <a:spcAft>
                <a:spcPts val="0"/>
              </a:spcAft>
              <a:buClr>
                <a:schemeClr val="lt1"/>
              </a:buClr>
              <a:buSzPts val="1000"/>
              <a:buNone/>
              <a:defRPr>
                <a:solidFill>
                  <a:schemeClr val="lt1"/>
                </a:solidFill>
              </a:defRPr>
            </a:lvl6pPr>
            <a:lvl7pPr lvl="6">
              <a:spcBef>
                <a:spcPts val="0"/>
              </a:spcBef>
              <a:spcAft>
                <a:spcPts val="0"/>
              </a:spcAft>
              <a:buClr>
                <a:schemeClr val="lt1"/>
              </a:buClr>
              <a:buSzPts val="1000"/>
              <a:buNone/>
              <a:defRPr>
                <a:solidFill>
                  <a:schemeClr val="lt1"/>
                </a:solidFill>
              </a:defRPr>
            </a:lvl7pPr>
            <a:lvl8pPr lvl="7">
              <a:spcBef>
                <a:spcPts val="0"/>
              </a:spcBef>
              <a:spcAft>
                <a:spcPts val="0"/>
              </a:spcAft>
              <a:buClr>
                <a:schemeClr val="lt1"/>
              </a:buClr>
              <a:buSzPts val="1000"/>
              <a:buNone/>
              <a:defRPr>
                <a:solidFill>
                  <a:schemeClr val="lt1"/>
                </a:solidFill>
              </a:defRPr>
            </a:lvl8pPr>
            <a:lvl9pPr lvl="8">
              <a:spcBef>
                <a:spcPts val="0"/>
              </a:spcBef>
              <a:spcAft>
                <a:spcPts val="0"/>
              </a:spcAft>
              <a:buClr>
                <a:schemeClr val="lt1"/>
              </a:buClr>
              <a:buSzPts val="1000"/>
              <a:buNone/>
              <a:defRPr>
                <a:solidFill>
                  <a:schemeClr val="lt1"/>
                </a:solidFill>
              </a:defRPr>
            </a:lvl9pPr>
          </a:lstStyle>
          <a:p/>
        </p:txBody>
      </p:sp>
      <p:sp>
        <p:nvSpPr>
          <p:cNvPr id="547" name="Google Shape;547;p60"/>
          <p:cNvSpPr txBox="1"/>
          <p:nvPr>
            <p:ph idx="2" type="subTitle"/>
          </p:nvPr>
        </p:nvSpPr>
        <p:spPr>
          <a:xfrm>
            <a:off x="3545100" y="4829700"/>
            <a:ext cx="2053800" cy="314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800"/>
              <a:buNone/>
              <a:defRPr sz="800">
                <a:solidFill>
                  <a:schemeClr val="lt1"/>
                </a:solidFill>
              </a:defRPr>
            </a:lvl1pPr>
            <a:lvl2pPr lvl="1" algn="ctr">
              <a:spcBef>
                <a:spcPts val="0"/>
              </a:spcBef>
              <a:spcAft>
                <a:spcPts val="0"/>
              </a:spcAft>
              <a:buClr>
                <a:schemeClr val="lt1"/>
              </a:buClr>
              <a:buSzPts val="1000"/>
              <a:buNone/>
              <a:defRPr>
                <a:solidFill>
                  <a:schemeClr val="lt1"/>
                </a:solidFill>
              </a:defRPr>
            </a:lvl2pPr>
            <a:lvl3pPr lvl="2" algn="ctr">
              <a:spcBef>
                <a:spcPts val="0"/>
              </a:spcBef>
              <a:spcAft>
                <a:spcPts val="0"/>
              </a:spcAft>
              <a:buClr>
                <a:schemeClr val="lt1"/>
              </a:buClr>
              <a:buSzPts val="1000"/>
              <a:buNone/>
              <a:defRPr>
                <a:solidFill>
                  <a:schemeClr val="lt1"/>
                </a:solidFill>
              </a:defRPr>
            </a:lvl3pPr>
            <a:lvl4pPr lvl="3" algn="ctr">
              <a:spcBef>
                <a:spcPts val="0"/>
              </a:spcBef>
              <a:spcAft>
                <a:spcPts val="0"/>
              </a:spcAft>
              <a:buClr>
                <a:schemeClr val="lt1"/>
              </a:buClr>
              <a:buSzPts val="1000"/>
              <a:buNone/>
              <a:defRPr>
                <a:solidFill>
                  <a:schemeClr val="lt1"/>
                </a:solidFill>
              </a:defRPr>
            </a:lvl4pPr>
            <a:lvl5pPr lvl="4" algn="ctr">
              <a:spcBef>
                <a:spcPts val="0"/>
              </a:spcBef>
              <a:spcAft>
                <a:spcPts val="0"/>
              </a:spcAft>
              <a:buClr>
                <a:schemeClr val="lt1"/>
              </a:buClr>
              <a:buSzPts val="1000"/>
              <a:buNone/>
              <a:defRPr>
                <a:solidFill>
                  <a:schemeClr val="lt1"/>
                </a:solidFill>
              </a:defRPr>
            </a:lvl5pPr>
            <a:lvl6pPr lvl="5" algn="ctr">
              <a:spcBef>
                <a:spcPts val="0"/>
              </a:spcBef>
              <a:spcAft>
                <a:spcPts val="0"/>
              </a:spcAft>
              <a:buClr>
                <a:schemeClr val="lt1"/>
              </a:buClr>
              <a:buSzPts val="1000"/>
              <a:buNone/>
              <a:defRPr>
                <a:solidFill>
                  <a:schemeClr val="lt1"/>
                </a:solidFill>
              </a:defRPr>
            </a:lvl6pPr>
            <a:lvl7pPr lvl="6" algn="ctr">
              <a:spcBef>
                <a:spcPts val="0"/>
              </a:spcBef>
              <a:spcAft>
                <a:spcPts val="0"/>
              </a:spcAft>
              <a:buClr>
                <a:schemeClr val="lt1"/>
              </a:buClr>
              <a:buSzPts val="1000"/>
              <a:buNone/>
              <a:defRPr>
                <a:solidFill>
                  <a:schemeClr val="lt1"/>
                </a:solidFill>
              </a:defRPr>
            </a:lvl7pPr>
            <a:lvl8pPr lvl="7" algn="ctr">
              <a:spcBef>
                <a:spcPts val="0"/>
              </a:spcBef>
              <a:spcAft>
                <a:spcPts val="0"/>
              </a:spcAft>
              <a:buClr>
                <a:schemeClr val="lt1"/>
              </a:buClr>
              <a:buSzPts val="1000"/>
              <a:buNone/>
              <a:defRPr>
                <a:solidFill>
                  <a:schemeClr val="lt1"/>
                </a:solidFill>
              </a:defRPr>
            </a:lvl8pPr>
            <a:lvl9pPr lvl="8" algn="ctr">
              <a:spcBef>
                <a:spcPts val="0"/>
              </a:spcBef>
              <a:spcAft>
                <a:spcPts val="0"/>
              </a:spcAft>
              <a:buClr>
                <a:schemeClr val="lt1"/>
              </a:buClr>
              <a:buSzPts val="1000"/>
              <a:buNone/>
              <a:defRPr>
                <a:solidFill>
                  <a:schemeClr val="lt1"/>
                </a:solidFill>
              </a:defRPr>
            </a:lvl9pPr>
          </a:lstStyle>
          <a:p/>
        </p:txBody>
      </p:sp>
      <p:cxnSp>
        <p:nvCxnSpPr>
          <p:cNvPr id="548" name="Google Shape;548;p60"/>
          <p:cNvCxnSpPr/>
          <p:nvPr/>
        </p:nvCxnSpPr>
        <p:spPr>
          <a:xfrm>
            <a:off x="0" y="2448900"/>
            <a:ext cx="9144000" cy="0"/>
          </a:xfrm>
          <a:prstGeom prst="straightConnector1">
            <a:avLst/>
          </a:prstGeom>
          <a:noFill/>
          <a:ln cap="flat" cmpd="sng" w="19050">
            <a:solidFill>
              <a:schemeClr val="lt1"/>
            </a:solidFill>
            <a:prstDash val="solid"/>
            <a:round/>
            <a:headEnd len="med" w="med" type="none"/>
            <a:tailEnd len="med" w="med" type="none"/>
          </a:ln>
        </p:spPr>
      </p:cxnSp>
      <p:cxnSp>
        <p:nvCxnSpPr>
          <p:cNvPr id="549" name="Google Shape;549;p60"/>
          <p:cNvCxnSpPr/>
          <p:nvPr/>
        </p:nvCxnSpPr>
        <p:spPr>
          <a:xfrm>
            <a:off x="0" y="3382675"/>
            <a:ext cx="9144000" cy="0"/>
          </a:xfrm>
          <a:prstGeom prst="straightConnector1">
            <a:avLst/>
          </a:prstGeom>
          <a:noFill/>
          <a:ln cap="flat" cmpd="sng" w="19050">
            <a:solidFill>
              <a:schemeClr val="lt1"/>
            </a:solidFill>
            <a:prstDash val="solid"/>
            <a:round/>
            <a:headEnd len="med" w="med" type="none"/>
            <a:tailEnd len="med" w="med" type="none"/>
          </a:ln>
        </p:spPr>
      </p:cxnSp>
      <p:cxnSp>
        <p:nvCxnSpPr>
          <p:cNvPr id="550" name="Google Shape;550;p60"/>
          <p:cNvCxnSpPr/>
          <p:nvPr/>
        </p:nvCxnSpPr>
        <p:spPr>
          <a:xfrm>
            <a:off x="0" y="4313750"/>
            <a:ext cx="9144000" cy="0"/>
          </a:xfrm>
          <a:prstGeom prst="straightConnector1">
            <a:avLst/>
          </a:prstGeom>
          <a:noFill/>
          <a:ln cap="flat" cmpd="sng" w="19050">
            <a:solidFill>
              <a:schemeClr val="lt1"/>
            </a:solidFill>
            <a:prstDash val="solid"/>
            <a:round/>
            <a:headEnd len="med" w="med" type="none"/>
            <a:tailEnd len="med" w="med" type="none"/>
          </a:ln>
        </p:spPr>
      </p:cxnSp>
      <p:sp>
        <p:nvSpPr>
          <p:cNvPr id="551" name="Google Shape;551;p60"/>
          <p:cNvSpPr/>
          <p:nvPr/>
        </p:nvSpPr>
        <p:spPr>
          <a:xfrm>
            <a:off x="251400" y="2063988"/>
            <a:ext cx="4656900" cy="775200"/>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2" name="Google Shape;552;p60"/>
          <p:cNvSpPr txBox="1"/>
          <p:nvPr>
            <p:ph idx="3" type="subTitle"/>
          </p:nvPr>
        </p:nvSpPr>
        <p:spPr>
          <a:xfrm>
            <a:off x="251400" y="2063988"/>
            <a:ext cx="4656900" cy="7752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Font typeface="Roboto Medium"/>
              <a:buNone/>
              <a:defRPr b="0" sz="2400">
                <a:latin typeface="Roboto Medium"/>
                <a:ea typeface="Roboto Medium"/>
                <a:cs typeface="Roboto Medium"/>
                <a:sym typeface="Roboto Medium"/>
              </a:defRPr>
            </a:lvl1pPr>
            <a:lvl2pPr lvl="1">
              <a:spcBef>
                <a:spcPts val="0"/>
              </a:spcBef>
              <a:spcAft>
                <a:spcPts val="0"/>
              </a:spcAft>
              <a:buSzPts val="5600"/>
              <a:buNone/>
              <a:defRPr sz="5600"/>
            </a:lvl2pPr>
            <a:lvl3pPr lvl="2">
              <a:spcBef>
                <a:spcPts val="0"/>
              </a:spcBef>
              <a:spcAft>
                <a:spcPts val="0"/>
              </a:spcAft>
              <a:buSzPts val="5600"/>
              <a:buNone/>
              <a:defRPr sz="5600"/>
            </a:lvl3pPr>
            <a:lvl4pPr lvl="3">
              <a:spcBef>
                <a:spcPts val="0"/>
              </a:spcBef>
              <a:spcAft>
                <a:spcPts val="0"/>
              </a:spcAft>
              <a:buSzPts val="5600"/>
              <a:buNone/>
              <a:defRPr sz="5600"/>
            </a:lvl4pPr>
            <a:lvl5pPr lvl="4">
              <a:spcBef>
                <a:spcPts val="0"/>
              </a:spcBef>
              <a:spcAft>
                <a:spcPts val="0"/>
              </a:spcAft>
              <a:buSzPts val="5600"/>
              <a:buNone/>
              <a:defRPr sz="5600"/>
            </a:lvl5pPr>
            <a:lvl6pPr lvl="5">
              <a:spcBef>
                <a:spcPts val="0"/>
              </a:spcBef>
              <a:spcAft>
                <a:spcPts val="0"/>
              </a:spcAft>
              <a:buSzPts val="5600"/>
              <a:buNone/>
              <a:defRPr sz="5600"/>
            </a:lvl6pPr>
            <a:lvl7pPr lvl="6">
              <a:spcBef>
                <a:spcPts val="0"/>
              </a:spcBef>
              <a:spcAft>
                <a:spcPts val="0"/>
              </a:spcAft>
              <a:buSzPts val="5600"/>
              <a:buNone/>
              <a:defRPr sz="5600"/>
            </a:lvl7pPr>
            <a:lvl8pPr lvl="7">
              <a:spcBef>
                <a:spcPts val="0"/>
              </a:spcBef>
              <a:spcAft>
                <a:spcPts val="0"/>
              </a:spcAft>
              <a:buSzPts val="5600"/>
              <a:buNone/>
              <a:defRPr sz="5600"/>
            </a:lvl8pPr>
            <a:lvl9pPr lvl="8">
              <a:spcBef>
                <a:spcPts val="0"/>
              </a:spcBef>
              <a:spcAft>
                <a:spcPts val="0"/>
              </a:spcAft>
              <a:buSzPts val="5600"/>
              <a:buNone/>
              <a:defRPr sz="5600"/>
            </a:lvl9pPr>
          </a:lstStyle>
          <a:p/>
        </p:txBody>
      </p:sp>
      <p:sp>
        <p:nvSpPr>
          <p:cNvPr id="553" name="Google Shape;553;p60"/>
          <p:cNvSpPr/>
          <p:nvPr/>
        </p:nvSpPr>
        <p:spPr>
          <a:xfrm>
            <a:off x="2243550" y="2995063"/>
            <a:ext cx="4656900" cy="7752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4" name="Google Shape;554;p60"/>
          <p:cNvSpPr txBox="1"/>
          <p:nvPr>
            <p:ph idx="4" type="subTitle"/>
          </p:nvPr>
        </p:nvSpPr>
        <p:spPr>
          <a:xfrm>
            <a:off x="2243550" y="2995075"/>
            <a:ext cx="4656900" cy="7752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Font typeface="Roboto Medium"/>
              <a:buNone/>
              <a:defRPr b="0" sz="2400">
                <a:latin typeface="Roboto Medium"/>
                <a:ea typeface="Roboto Medium"/>
                <a:cs typeface="Roboto Medium"/>
                <a:sym typeface="Roboto Medium"/>
              </a:defRPr>
            </a:lvl1pPr>
            <a:lvl2pPr lvl="1">
              <a:spcBef>
                <a:spcPts val="0"/>
              </a:spcBef>
              <a:spcAft>
                <a:spcPts val="0"/>
              </a:spcAft>
              <a:buSzPts val="5600"/>
              <a:buNone/>
              <a:defRPr sz="5600"/>
            </a:lvl2pPr>
            <a:lvl3pPr lvl="2">
              <a:spcBef>
                <a:spcPts val="0"/>
              </a:spcBef>
              <a:spcAft>
                <a:spcPts val="0"/>
              </a:spcAft>
              <a:buSzPts val="5600"/>
              <a:buNone/>
              <a:defRPr sz="5600"/>
            </a:lvl3pPr>
            <a:lvl4pPr lvl="3">
              <a:spcBef>
                <a:spcPts val="0"/>
              </a:spcBef>
              <a:spcAft>
                <a:spcPts val="0"/>
              </a:spcAft>
              <a:buSzPts val="5600"/>
              <a:buNone/>
              <a:defRPr sz="5600"/>
            </a:lvl4pPr>
            <a:lvl5pPr lvl="4">
              <a:spcBef>
                <a:spcPts val="0"/>
              </a:spcBef>
              <a:spcAft>
                <a:spcPts val="0"/>
              </a:spcAft>
              <a:buSzPts val="5600"/>
              <a:buNone/>
              <a:defRPr sz="5600"/>
            </a:lvl5pPr>
            <a:lvl6pPr lvl="5">
              <a:spcBef>
                <a:spcPts val="0"/>
              </a:spcBef>
              <a:spcAft>
                <a:spcPts val="0"/>
              </a:spcAft>
              <a:buSzPts val="5600"/>
              <a:buNone/>
              <a:defRPr sz="5600"/>
            </a:lvl6pPr>
            <a:lvl7pPr lvl="6">
              <a:spcBef>
                <a:spcPts val="0"/>
              </a:spcBef>
              <a:spcAft>
                <a:spcPts val="0"/>
              </a:spcAft>
              <a:buSzPts val="5600"/>
              <a:buNone/>
              <a:defRPr sz="5600"/>
            </a:lvl7pPr>
            <a:lvl8pPr lvl="7">
              <a:spcBef>
                <a:spcPts val="0"/>
              </a:spcBef>
              <a:spcAft>
                <a:spcPts val="0"/>
              </a:spcAft>
              <a:buSzPts val="5600"/>
              <a:buNone/>
              <a:defRPr sz="5600"/>
            </a:lvl8pPr>
            <a:lvl9pPr lvl="8">
              <a:spcBef>
                <a:spcPts val="0"/>
              </a:spcBef>
              <a:spcAft>
                <a:spcPts val="0"/>
              </a:spcAft>
              <a:buSzPts val="5600"/>
              <a:buNone/>
              <a:defRPr sz="5600"/>
            </a:lvl9pPr>
          </a:lstStyle>
          <a:p/>
        </p:txBody>
      </p:sp>
      <p:sp>
        <p:nvSpPr>
          <p:cNvPr id="555" name="Google Shape;555;p60"/>
          <p:cNvSpPr/>
          <p:nvPr/>
        </p:nvSpPr>
        <p:spPr>
          <a:xfrm>
            <a:off x="4236800" y="3926150"/>
            <a:ext cx="4656900" cy="7752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6" name="Google Shape;556;p60"/>
          <p:cNvSpPr txBox="1"/>
          <p:nvPr>
            <p:ph idx="5" type="subTitle"/>
          </p:nvPr>
        </p:nvSpPr>
        <p:spPr>
          <a:xfrm>
            <a:off x="4236800" y="3926163"/>
            <a:ext cx="4656900" cy="7752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Font typeface="Roboto Medium"/>
              <a:buNone/>
              <a:defRPr b="0" sz="2400">
                <a:latin typeface="Roboto Medium"/>
                <a:ea typeface="Roboto Medium"/>
                <a:cs typeface="Roboto Medium"/>
                <a:sym typeface="Roboto Medium"/>
              </a:defRPr>
            </a:lvl1pPr>
            <a:lvl2pPr lvl="1">
              <a:spcBef>
                <a:spcPts val="0"/>
              </a:spcBef>
              <a:spcAft>
                <a:spcPts val="0"/>
              </a:spcAft>
              <a:buSzPts val="5600"/>
              <a:buNone/>
              <a:defRPr sz="5600"/>
            </a:lvl2pPr>
            <a:lvl3pPr lvl="2">
              <a:spcBef>
                <a:spcPts val="0"/>
              </a:spcBef>
              <a:spcAft>
                <a:spcPts val="0"/>
              </a:spcAft>
              <a:buSzPts val="5600"/>
              <a:buNone/>
              <a:defRPr sz="5600"/>
            </a:lvl3pPr>
            <a:lvl4pPr lvl="3">
              <a:spcBef>
                <a:spcPts val="0"/>
              </a:spcBef>
              <a:spcAft>
                <a:spcPts val="0"/>
              </a:spcAft>
              <a:buSzPts val="5600"/>
              <a:buNone/>
              <a:defRPr sz="5600"/>
            </a:lvl4pPr>
            <a:lvl5pPr lvl="4">
              <a:spcBef>
                <a:spcPts val="0"/>
              </a:spcBef>
              <a:spcAft>
                <a:spcPts val="0"/>
              </a:spcAft>
              <a:buSzPts val="5600"/>
              <a:buNone/>
              <a:defRPr sz="5600"/>
            </a:lvl5pPr>
            <a:lvl6pPr lvl="5">
              <a:spcBef>
                <a:spcPts val="0"/>
              </a:spcBef>
              <a:spcAft>
                <a:spcPts val="0"/>
              </a:spcAft>
              <a:buSzPts val="5600"/>
              <a:buNone/>
              <a:defRPr sz="5600"/>
            </a:lvl6pPr>
            <a:lvl7pPr lvl="6">
              <a:spcBef>
                <a:spcPts val="0"/>
              </a:spcBef>
              <a:spcAft>
                <a:spcPts val="0"/>
              </a:spcAft>
              <a:buSzPts val="5600"/>
              <a:buNone/>
              <a:defRPr sz="5600"/>
            </a:lvl7pPr>
            <a:lvl8pPr lvl="7">
              <a:spcBef>
                <a:spcPts val="0"/>
              </a:spcBef>
              <a:spcAft>
                <a:spcPts val="0"/>
              </a:spcAft>
              <a:buSzPts val="5600"/>
              <a:buNone/>
              <a:defRPr sz="5600"/>
            </a:lvl8pPr>
            <a:lvl9pPr lvl="8">
              <a:spcBef>
                <a:spcPts val="0"/>
              </a:spcBef>
              <a:spcAft>
                <a:spcPts val="0"/>
              </a:spcAft>
              <a:buSzPts val="5600"/>
              <a:buNone/>
              <a:defRPr sz="5600"/>
            </a:lvl9pPr>
          </a:lstStyle>
          <a:p/>
        </p:txBody>
      </p:sp>
      <p:sp>
        <p:nvSpPr>
          <p:cNvPr id="557" name="Google Shape;557;p60"/>
          <p:cNvSpPr txBox="1"/>
          <p:nvPr>
            <p:ph idx="6" type="subTitle"/>
          </p:nvPr>
        </p:nvSpPr>
        <p:spPr>
          <a:xfrm>
            <a:off x="5831000" y="125600"/>
            <a:ext cx="2140500" cy="405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None/>
              <a:defRPr>
                <a:solidFill>
                  <a:schemeClr val="lt1"/>
                </a:solidFill>
              </a:defRPr>
            </a:lvl1pPr>
            <a:lvl2pPr lvl="1">
              <a:spcBef>
                <a:spcPts val="0"/>
              </a:spcBef>
              <a:spcAft>
                <a:spcPts val="0"/>
              </a:spcAft>
              <a:buClr>
                <a:schemeClr val="lt1"/>
              </a:buClr>
              <a:buSzPts val="1000"/>
              <a:buNone/>
              <a:defRPr>
                <a:solidFill>
                  <a:schemeClr val="lt1"/>
                </a:solidFill>
              </a:defRPr>
            </a:lvl2pPr>
            <a:lvl3pPr lvl="2">
              <a:spcBef>
                <a:spcPts val="0"/>
              </a:spcBef>
              <a:spcAft>
                <a:spcPts val="0"/>
              </a:spcAft>
              <a:buClr>
                <a:schemeClr val="lt1"/>
              </a:buClr>
              <a:buSzPts val="1000"/>
              <a:buNone/>
              <a:defRPr>
                <a:solidFill>
                  <a:schemeClr val="lt1"/>
                </a:solidFill>
              </a:defRPr>
            </a:lvl3pPr>
            <a:lvl4pPr lvl="3">
              <a:spcBef>
                <a:spcPts val="0"/>
              </a:spcBef>
              <a:spcAft>
                <a:spcPts val="0"/>
              </a:spcAft>
              <a:buClr>
                <a:schemeClr val="lt1"/>
              </a:buClr>
              <a:buSzPts val="1000"/>
              <a:buNone/>
              <a:defRPr>
                <a:solidFill>
                  <a:schemeClr val="lt1"/>
                </a:solidFill>
              </a:defRPr>
            </a:lvl4pPr>
            <a:lvl5pPr lvl="4">
              <a:spcBef>
                <a:spcPts val="0"/>
              </a:spcBef>
              <a:spcAft>
                <a:spcPts val="0"/>
              </a:spcAft>
              <a:buClr>
                <a:schemeClr val="lt1"/>
              </a:buClr>
              <a:buSzPts val="1000"/>
              <a:buNone/>
              <a:defRPr>
                <a:solidFill>
                  <a:schemeClr val="lt1"/>
                </a:solidFill>
              </a:defRPr>
            </a:lvl5pPr>
            <a:lvl6pPr lvl="5">
              <a:spcBef>
                <a:spcPts val="0"/>
              </a:spcBef>
              <a:spcAft>
                <a:spcPts val="0"/>
              </a:spcAft>
              <a:buClr>
                <a:schemeClr val="lt1"/>
              </a:buClr>
              <a:buSzPts val="1000"/>
              <a:buNone/>
              <a:defRPr>
                <a:solidFill>
                  <a:schemeClr val="lt1"/>
                </a:solidFill>
              </a:defRPr>
            </a:lvl6pPr>
            <a:lvl7pPr lvl="6">
              <a:spcBef>
                <a:spcPts val="0"/>
              </a:spcBef>
              <a:spcAft>
                <a:spcPts val="0"/>
              </a:spcAft>
              <a:buClr>
                <a:schemeClr val="lt1"/>
              </a:buClr>
              <a:buSzPts val="1000"/>
              <a:buNone/>
              <a:defRPr>
                <a:solidFill>
                  <a:schemeClr val="lt1"/>
                </a:solidFill>
              </a:defRPr>
            </a:lvl7pPr>
            <a:lvl8pPr lvl="7">
              <a:spcBef>
                <a:spcPts val="0"/>
              </a:spcBef>
              <a:spcAft>
                <a:spcPts val="0"/>
              </a:spcAft>
              <a:buClr>
                <a:schemeClr val="lt1"/>
              </a:buClr>
              <a:buSzPts val="1000"/>
              <a:buNone/>
              <a:defRPr>
                <a:solidFill>
                  <a:schemeClr val="lt1"/>
                </a:solidFill>
              </a:defRPr>
            </a:lvl8pPr>
            <a:lvl9pPr lvl="8">
              <a:spcBef>
                <a:spcPts val="0"/>
              </a:spcBef>
              <a:spcAft>
                <a:spcPts val="0"/>
              </a:spcAft>
              <a:buClr>
                <a:schemeClr val="lt1"/>
              </a:buClr>
              <a:buSzPts val="1000"/>
              <a:buNone/>
              <a:defRPr>
                <a:solidFill>
                  <a:schemeClr val="lt1"/>
                </a:solidFill>
              </a:defRPr>
            </a:lvl9pPr>
          </a:lstStyle>
          <a:p/>
        </p:txBody>
      </p:sp>
      <p:sp>
        <p:nvSpPr>
          <p:cNvPr id="558" name="Google Shape;558;p60"/>
          <p:cNvSpPr txBox="1"/>
          <p:nvPr>
            <p:ph idx="7" type="body"/>
          </p:nvPr>
        </p:nvSpPr>
        <p:spPr>
          <a:xfrm>
            <a:off x="5831000" y="773325"/>
            <a:ext cx="3187200" cy="1164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59" name="Google Shape;559;p60"/>
          <p:cNvSpPr/>
          <p:nvPr/>
        </p:nvSpPr>
        <p:spPr>
          <a:xfrm rot="5400000">
            <a:off x="8611250" y="4735800"/>
            <a:ext cx="321000" cy="494100"/>
          </a:xfrm>
          <a:prstGeom prst="round2SameRect">
            <a:avLst>
              <a:gd fmla="val 50000"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60" name="Google Shape;560;p60"/>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s">
  <p:cSld name="CUSTOM_9_1_1">
    <p:spTree>
      <p:nvGrpSpPr>
        <p:cNvPr id="561" name="Shape 561"/>
        <p:cNvGrpSpPr/>
        <p:nvPr/>
      </p:nvGrpSpPr>
      <p:grpSpPr>
        <a:xfrm>
          <a:off x="0" y="0"/>
          <a:ext cx="0" cy="0"/>
          <a:chOff x="0" y="0"/>
          <a:chExt cx="0" cy="0"/>
        </a:xfrm>
      </p:grpSpPr>
      <p:sp>
        <p:nvSpPr>
          <p:cNvPr id="562" name="Google Shape;562;p61"/>
          <p:cNvSpPr/>
          <p:nvPr/>
        </p:nvSpPr>
        <p:spPr>
          <a:xfrm rot="5400000">
            <a:off x="4391175" y="560850"/>
            <a:ext cx="321000" cy="8851800"/>
          </a:xfrm>
          <a:prstGeom prst="round2SameRect">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cxnSp>
        <p:nvCxnSpPr>
          <p:cNvPr id="563" name="Google Shape;563;p61"/>
          <p:cNvCxnSpPr/>
          <p:nvPr/>
        </p:nvCxnSpPr>
        <p:spPr>
          <a:xfrm>
            <a:off x="2762250" y="4827350"/>
            <a:ext cx="0" cy="316800"/>
          </a:xfrm>
          <a:prstGeom prst="straightConnector1">
            <a:avLst/>
          </a:prstGeom>
          <a:noFill/>
          <a:ln cap="flat" cmpd="sng" w="9525">
            <a:solidFill>
              <a:schemeClr val="dk1"/>
            </a:solidFill>
            <a:prstDash val="solid"/>
            <a:round/>
            <a:headEnd len="med" w="med" type="none"/>
            <a:tailEnd len="med" w="med" type="none"/>
          </a:ln>
        </p:spPr>
      </p:cxnSp>
      <p:sp>
        <p:nvSpPr>
          <p:cNvPr id="564" name="Google Shape;564;p61"/>
          <p:cNvSpPr txBox="1"/>
          <p:nvPr>
            <p:ph idx="1" type="subTitle"/>
          </p:nvPr>
        </p:nvSpPr>
        <p:spPr>
          <a:xfrm>
            <a:off x="251400" y="4827075"/>
            <a:ext cx="2205900" cy="314100"/>
          </a:xfrm>
          <a:prstGeom prst="rect">
            <a:avLst/>
          </a:prstGeom>
        </p:spPr>
        <p:txBody>
          <a:bodyPr anchorCtr="0" anchor="t" bIns="91425" lIns="91425" spcFirstLastPara="1" rIns="91425" wrap="square" tIns="91425">
            <a:noAutofit/>
          </a:bodyPr>
          <a:lstStyle>
            <a:lvl1pPr lvl="0">
              <a:spcBef>
                <a:spcPts val="0"/>
              </a:spcBef>
              <a:spcAft>
                <a:spcPts val="0"/>
              </a:spcAft>
              <a:buSzPts val="800"/>
              <a:buNone/>
              <a:defRPr sz="8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p:txBody>
      </p:sp>
      <p:sp>
        <p:nvSpPr>
          <p:cNvPr id="565" name="Google Shape;565;p61"/>
          <p:cNvSpPr txBox="1"/>
          <p:nvPr>
            <p:ph idx="2" type="subTitle"/>
          </p:nvPr>
        </p:nvSpPr>
        <p:spPr>
          <a:xfrm>
            <a:off x="3545100" y="4829700"/>
            <a:ext cx="2053800" cy="314100"/>
          </a:xfrm>
          <a:prstGeom prst="rect">
            <a:avLst/>
          </a:prstGeom>
        </p:spPr>
        <p:txBody>
          <a:bodyPr anchorCtr="0" anchor="t" bIns="91425" lIns="91425" spcFirstLastPara="1" rIns="91425" wrap="square" tIns="91425">
            <a:noAutofit/>
          </a:bodyPr>
          <a:lstStyle>
            <a:lvl1pPr lvl="0" algn="ctr">
              <a:spcBef>
                <a:spcPts val="0"/>
              </a:spcBef>
              <a:spcAft>
                <a:spcPts val="0"/>
              </a:spcAft>
              <a:buSzPts val="800"/>
              <a:buNone/>
              <a:defRPr sz="800"/>
            </a:lvl1pPr>
            <a:lvl2pPr lvl="1" algn="ctr">
              <a:spcBef>
                <a:spcPts val="0"/>
              </a:spcBef>
              <a:spcAft>
                <a:spcPts val="0"/>
              </a:spcAft>
              <a:buSzPts val="1000"/>
              <a:buNone/>
              <a:defRPr/>
            </a:lvl2pPr>
            <a:lvl3pPr lvl="2" algn="ctr">
              <a:spcBef>
                <a:spcPts val="0"/>
              </a:spcBef>
              <a:spcAft>
                <a:spcPts val="0"/>
              </a:spcAft>
              <a:buSzPts val="1000"/>
              <a:buNone/>
              <a:defRPr/>
            </a:lvl3pPr>
            <a:lvl4pPr lvl="3" algn="ctr">
              <a:spcBef>
                <a:spcPts val="0"/>
              </a:spcBef>
              <a:spcAft>
                <a:spcPts val="0"/>
              </a:spcAft>
              <a:buSzPts val="1000"/>
              <a:buNone/>
              <a:defRPr/>
            </a:lvl4pPr>
            <a:lvl5pPr lvl="4" algn="ctr">
              <a:spcBef>
                <a:spcPts val="0"/>
              </a:spcBef>
              <a:spcAft>
                <a:spcPts val="0"/>
              </a:spcAft>
              <a:buSzPts val="1000"/>
              <a:buNone/>
              <a:defRPr/>
            </a:lvl5pPr>
            <a:lvl6pPr lvl="5" algn="ctr">
              <a:spcBef>
                <a:spcPts val="0"/>
              </a:spcBef>
              <a:spcAft>
                <a:spcPts val="0"/>
              </a:spcAft>
              <a:buSzPts val="1000"/>
              <a:buNone/>
              <a:defRPr/>
            </a:lvl6pPr>
            <a:lvl7pPr lvl="6" algn="ctr">
              <a:spcBef>
                <a:spcPts val="0"/>
              </a:spcBef>
              <a:spcAft>
                <a:spcPts val="0"/>
              </a:spcAft>
              <a:buSzPts val="1000"/>
              <a:buNone/>
              <a:defRPr/>
            </a:lvl7pPr>
            <a:lvl8pPr lvl="7" algn="ctr">
              <a:spcBef>
                <a:spcPts val="0"/>
              </a:spcBef>
              <a:spcAft>
                <a:spcPts val="0"/>
              </a:spcAft>
              <a:buSzPts val="1000"/>
              <a:buNone/>
              <a:defRPr/>
            </a:lvl8pPr>
            <a:lvl9pPr lvl="8" algn="ctr">
              <a:spcBef>
                <a:spcPts val="0"/>
              </a:spcBef>
              <a:spcAft>
                <a:spcPts val="0"/>
              </a:spcAft>
              <a:buSzPts val="1000"/>
              <a:buNone/>
              <a:defRPr/>
            </a:lvl9pPr>
          </a:lstStyle>
          <a:p/>
        </p:txBody>
      </p:sp>
      <p:sp>
        <p:nvSpPr>
          <p:cNvPr id="566" name="Google Shape;566;p61"/>
          <p:cNvSpPr/>
          <p:nvPr/>
        </p:nvSpPr>
        <p:spPr>
          <a:xfrm>
            <a:off x="6628100" y="2061300"/>
            <a:ext cx="2265600" cy="2640300"/>
          </a:xfrm>
          <a:prstGeom prst="roundRect">
            <a:avLst>
              <a:gd fmla="val 16667"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61"/>
          <p:cNvSpPr/>
          <p:nvPr/>
        </p:nvSpPr>
        <p:spPr>
          <a:xfrm>
            <a:off x="3439750" y="2061300"/>
            <a:ext cx="2265600" cy="2640300"/>
          </a:xfrm>
          <a:prstGeom prst="roundRect">
            <a:avLst>
              <a:gd fmla="val 16667" name="adj"/>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61"/>
          <p:cNvSpPr/>
          <p:nvPr/>
        </p:nvSpPr>
        <p:spPr>
          <a:xfrm>
            <a:off x="251400" y="2061300"/>
            <a:ext cx="2265600" cy="26403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61"/>
          <p:cNvSpPr txBox="1"/>
          <p:nvPr>
            <p:ph type="title"/>
          </p:nvPr>
        </p:nvSpPr>
        <p:spPr>
          <a:xfrm>
            <a:off x="125700" y="125600"/>
            <a:ext cx="6376800" cy="16851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atin typeface="Roboto"/>
                <a:ea typeface="Roboto"/>
                <a:cs typeface="Roboto"/>
                <a:sym typeface="Roboto"/>
              </a:defRPr>
            </a:lvl2pPr>
            <a:lvl3pPr lvl="2">
              <a:spcBef>
                <a:spcPts val="0"/>
              </a:spcBef>
              <a:spcAft>
                <a:spcPts val="0"/>
              </a:spcAft>
              <a:buSzPts val="1400"/>
              <a:buNone/>
              <a:defRPr>
                <a:latin typeface="Roboto"/>
                <a:ea typeface="Roboto"/>
                <a:cs typeface="Roboto"/>
                <a:sym typeface="Roboto"/>
              </a:defRPr>
            </a:lvl3pPr>
            <a:lvl4pPr lvl="3">
              <a:spcBef>
                <a:spcPts val="0"/>
              </a:spcBef>
              <a:spcAft>
                <a:spcPts val="0"/>
              </a:spcAft>
              <a:buSzPts val="1400"/>
              <a:buNone/>
              <a:defRPr>
                <a:latin typeface="Roboto"/>
                <a:ea typeface="Roboto"/>
                <a:cs typeface="Roboto"/>
                <a:sym typeface="Roboto"/>
              </a:defRPr>
            </a:lvl4pPr>
            <a:lvl5pPr lvl="4">
              <a:spcBef>
                <a:spcPts val="0"/>
              </a:spcBef>
              <a:spcAft>
                <a:spcPts val="0"/>
              </a:spcAft>
              <a:buSzPts val="1400"/>
              <a:buNone/>
              <a:defRPr>
                <a:latin typeface="Roboto"/>
                <a:ea typeface="Roboto"/>
                <a:cs typeface="Roboto"/>
                <a:sym typeface="Roboto"/>
              </a:defRPr>
            </a:lvl5pPr>
            <a:lvl6pPr lvl="5">
              <a:spcBef>
                <a:spcPts val="0"/>
              </a:spcBef>
              <a:spcAft>
                <a:spcPts val="0"/>
              </a:spcAft>
              <a:buSzPts val="1400"/>
              <a:buNone/>
              <a:defRPr>
                <a:latin typeface="Roboto"/>
                <a:ea typeface="Roboto"/>
                <a:cs typeface="Roboto"/>
                <a:sym typeface="Roboto"/>
              </a:defRPr>
            </a:lvl6pPr>
            <a:lvl7pPr lvl="6">
              <a:spcBef>
                <a:spcPts val="0"/>
              </a:spcBef>
              <a:spcAft>
                <a:spcPts val="0"/>
              </a:spcAft>
              <a:buSzPts val="1400"/>
              <a:buNone/>
              <a:defRPr>
                <a:latin typeface="Roboto"/>
                <a:ea typeface="Roboto"/>
                <a:cs typeface="Roboto"/>
                <a:sym typeface="Roboto"/>
              </a:defRPr>
            </a:lvl7pPr>
            <a:lvl8pPr lvl="7">
              <a:spcBef>
                <a:spcPts val="0"/>
              </a:spcBef>
              <a:spcAft>
                <a:spcPts val="0"/>
              </a:spcAft>
              <a:buSzPts val="1400"/>
              <a:buNone/>
              <a:defRPr>
                <a:latin typeface="Roboto"/>
                <a:ea typeface="Roboto"/>
                <a:cs typeface="Roboto"/>
                <a:sym typeface="Roboto"/>
              </a:defRPr>
            </a:lvl8pPr>
            <a:lvl9pPr lvl="8">
              <a:spcBef>
                <a:spcPts val="0"/>
              </a:spcBef>
              <a:spcAft>
                <a:spcPts val="0"/>
              </a:spcAft>
              <a:buSzPts val="1400"/>
              <a:buNone/>
              <a:defRPr>
                <a:latin typeface="Roboto"/>
                <a:ea typeface="Roboto"/>
                <a:cs typeface="Roboto"/>
                <a:sym typeface="Roboto"/>
              </a:defRPr>
            </a:lvl9pPr>
          </a:lstStyle>
          <a:p/>
        </p:txBody>
      </p:sp>
      <p:sp>
        <p:nvSpPr>
          <p:cNvPr id="570" name="Google Shape;570;p61"/>
          <p:cNvSpPr txBox="1"/>
          <p:nvPr>
            <p:ph idx="3" type="title"/>
          </p:nvPr>
        </p:nvSpPr>
        <p:spPr>
          <a:xfrm>
            <a:off x="251525" y="1585400"/>
            <a:ext cx="2265600" cy="475800"/>
          </a:xfrm>
          <a:prstGeom prst="rect">
            <a:avLst/>
          </a:prstGeom>
        </p:spPr>
        <p:txBody>
          <a:bodyPr anchorCtr="0" anchor="ctr" bIns="0" lIns="0" spcFirstLastPara="1" rIns="0" wrap="square" tIns="0">
            <a:noAutofit/>
          </a:bodyPr>
          <a:lstStyle>
            <a:lvl1pPr lvl="0" algn="ctr">
              <a:spcBef>
                <a:spcPts val="0"/>
              </a:spcBef>
              <a:spcAft>
                <a:spcPts val="0"/>
              </a:spcAft>
              <a:buSzPts val="1800"/>
              <a:buNone/>
              <a:defRPr sz="1800"/>
            </a:lvl1pPr>
            <a:lvl2pPr lvl="1" algn="ctr">
              <a:spcBef>
                <a:spcPts val="0"/>
              </a:spcBef>
              <a:spcAft>
                <a:spcPts val="0"/>
              </a:spcAft>
              <a:buClr>
                <a:schemeClr val="dk1"/>
              </a:buClr>
              <a:buSzPts val="1400"/>
              <a:buNone/>
              <a:defRPr>
                <a:solidFill>
                  <a:schemeClr val="dk1"/>
                </a:solidFill>
              </a:defRPr>
            </a:lvl2pPr>
            <a:lvl3pPr lvl="2" algn="ctr">
              <a:spcBef>
                <a:spcPts val="0"/>
              </a:spcBef>
              <a:spcAft>
                <a:spcPts val="0"/>
              </a:spcAft>
              <a:buClr>
                <a:schemeClr val="dk1"/>
              </a:buClr>
              <a:buSzPts val="1400"/>
              <a:buNone/>
              <a:defRPr>
                <a:solidFill>
                  <a:schemeClr val="dk1"/>
                </a:solidFill>
              </a:defRPr>
            </a:lvl3pPr>
            <a:lvl4pPr lvl="3" algn="ctr">
              <a:spcBef>
                <a:spcPts val="0"/>
              </a:spcBef>
              <a:spcAft>
                <a:spcPts val="0"/>
              </a:spcAft>
              <a:buClr>
                <a:schemeClr val="dk1"/>
              </a:buClr>
              <a:buSzPts val="1400"/>
              <a:buNone/>
              <a:defRPr>
                <a:solidFill>
                  <a:schemeClr val="dk1"/>
                </a:solidFill>
              </a:defRPr>
            </a:lvl4pPr>
            <a:lvl5pPr lvl="4" algn="ctr">
              <a:spcBef>
                <a:spcPts val="0"/>
              </a:spcBef>
              <a:spcAft>
                <a:spcPts val="0"/>
              </a:spcAft>
              <a:buClr>
                <a:schemeClr val="dk1"/>
              </a:buClr>
              <a:buSzPts val="1400"/>
              <a:buNone/>
              <a:defRPr>
                <a:solidFill>
                  <a:schemeClr val="dk1"/>
                </a:solidFill>
              </a:defRPr>
            </a:lvl5pPr>
            <a:lvl6pPr lvl="5" algn="ctr">
              <a:spcBef>
                <a:spcPts val="0"/>
              </a:spcBef>
              <a:spcAft>
                <a:spcPts val="0"/>
              </a:spcAft>
              <a:buClr>
                <a:schemeClr val="dk1"/>
              </a:buClr>
              <a:buSzPts val="1400"/>
              <a:buNone/>
              <a:defRPr>
                <a:solidFill>
                  <a:schemeClr val="dk1"/>
                </a:solidFill>
              </a:defRPr>
            </a:lvl6pPr>
            <a:lvl7pPr lvl="6" algn="ctr">
              <a:spcBef>
                <a:spcPts val="0"/>
              </a:spcBef>
              <a:spcAft>
                <a:spcPts val="0"/>
              </a:spcAft>
              <a:buClr>
                <a:schemeClr val="dk1"/>
              </a:buClr>
              <a:buSzPts val="1400"/>
              <a:buNone/>
              <a:defRPr>
                <a:solidFill>
                  <a:schemeClr val="dk1"/>
                </a:solidFill>
              </a:defRPr>
            </a:lvl7pPr>
            <a:lvl8pPr lvl="7" algn="ctr">
              <a:spcBef>
                <a:spcPts val="0"/>
              </a:spcBef>
              <a:spcAft>
                <a:spcPts val="0"/>
              </a:spcAft>
              <a:buClr>
                <a:schemeClr val="dk1"/>
              </a:buClr>
              <a:buSzPts val="1400"/>
              <a:buNone/>
              <a:defRPr>
                <a:solidFill>
                  <a:schemeClr val="dk1"/>
                </a:solidFill>
              </a:defRPr>
            </a:lvl8pPr>
            <a:lvl9pPr lvl="8" algn="ctr">
              <a:spcBef>
                <a:spcPts val="0"/>
              </a:spcBef>
              <a:spcAft>
                <a:spcPts val="0"/>
              </a:spcAft>
              <a:buClr>
                <a:schemeClr val="dk1"/>
              </a:buClr>
              <a:buSzPts val="1400"/>
              <a:buNone/>
              <a:defRPr>
                <a:solidFill>
                  <a:schemeClr val="dk1"/>
                </a:solidFill>
              </a:defRPr>
            </a:lvl9pPr>
          </a:lstStyle>
          <a:p/>
        </p:txBody>
      </p:sp>
      <p:sp>
        <p:nvSpPr>
          <p:cNvPr id="571" name="Google Shape;571;p61"/>
          <p:cNvSpPr txBox="1"/>
          <p:nvPr>
            <p:ph idx="4" type="title"/>
          </p:nvPr>
        </p:nvSpPr>
        <p:spPr>
          <a:xfrm>
            <a:off x="3439750" y="1585400"/>
            <a:ext cx="2265600" cy="475800"/>
          </a:xfrm>
          <a:prstGeom prst="rect">
            <a:avLst/>
          </a:prstGeom>
        </p:spPr>
        <p:txBody>
          <a:bodyPr anchorCtr="0" anchor="ctr" bIns="0" lIns="0" spcFirstLastPara="1" rIns="0" wrap="square" tIns="0">
            <a:noAutofit/>
          </a:bodyPr>
          <a:lstStyle>
            <a:lvl1pPr lvl="0" algn="ctr">
              <a:spcBef>
                <a:spcPts val="0"/>
              </a:spcBef>
              <a:spcAft>
                <a:spcPts val="0"/>
              </a:spcAft>
              <a:buSzPts val="1800"/>
              <a:buNone/>
              <a:defRPr sz="1800"/>
            </a:lvl1pPr>
            <a:lvl2pPr lvl="1" algn="ctr">
              <a:spcBef>
                <a:spcPts val="0"/>
              </a:spcBef>
              <a:spcAft>
                <a:spcPts val="0"/>
              </a:spcAft>
              <a:buClr>
                <a:schemeClr val="dk1"/>
              </a:buClr>
              <a:buSzPts val="1400"/>
              <a:buNone/>
              <a:defRPr>
                <a:solidFill>
                  <a:schemeClr val="dk1"/>
                </a:solidFill>
              </a:defRPr>
            </a:lvl2pPr>
            <a:lvl3pPr lvl="2" algn="ctr">
              <a:spcBef>
                <a:spcPts val="0"/>
              </a:spcBef>
              <a:spcAft>
                <a:spcPts val="0"/>
              </a:spcAft>
              <a:buClr>
                <a:schemeClr val="dk1"/>
              </a:buClr>
              <a:buSzPts val="1400"/>
              <a:buNone/>
              <a:defRPr>
                <a:solidFill>
                  <a:schemeClr val="dk1"/>
                </a:solidFill>
              </a:defRPr>
            </a:lvl3pPr>
            <a:lvl4pPr lvl="3" algn="ctr">
              <a:spcBef>
                <a:spcPts val="0"/>
              </a:spcBef>
              <a:spcAft>
                <a:spcPts val="0"/>
              </a:spcAft>
              <a:buClr>
                <a:schemeClr val="dk1"/>
              </a:buClr>
              <a:buSzPts val="1400"/>
              <a:buNone/>
              <a:defRPr>
                <a:solidFill>
                  <a:schemeClr val="dk1"/>
                </a:solidFill>
              </a:defRPr>
            </a:lvl4pPr>
            <a:lvl5pPr lvl="4" algn="ctr">
              <a:spcBef>
                <a:spcPts val="0"/>
              </a:spcBef>
              <a:spcAft>
                <a:spcPts val="0"/>
              </a:spcAft>
              <a:buClr>
                <a:schemeClr val="dk1"/>
              </a:buClr>
              <a:buSzPts val="1400"/>
              <a:buNone/>
              <a:defRPr>
                <a:solidFill>
                  <a:schemeClr val="dk1"/>
                </a:solidFill>
              </a:defRPr>
            </a:lvl5pPr>
            <a:lvl6pPr lvl="5" algn="ctr">
              <a:spcBef>
                <a:spcPts val="0"/>
              </a:spcBef>
              <a:spcAft>
                <a:spcPts val="0"/>
              </a:spcAft>
              <a:buClr>
                <a:schemeClr val="dk1"/>
              </a:buClr>
              <a:buSzPts val="1400"/>
              <a:buNone/>
              <a:defRPr>
                <a:solidFill>
                  <a:schemeClr val="dk1"/>
                </a:solidFill>
              </a:defRPr>
            </a:lvl6pPr>
            <a:lvl7pPr lvl="6" algn="ctr">
              <a:spcBef>
                <a:spcPts val="0"/>
              </a:spcBef>
              <a:spcAft>
                <a:spcPts val="0"/>
              </a:spcAft>
              <a:buClr>
                <a:schemeClr val="dk1"/>
              </a:buClr>
              <a:buSzPts val="1400"/>
              <a:buNone/>
              <a:defRPr>
                <a:solidFill>
                  <a:schemeClr val="dk1"/>
                </a:solidFill>
              </a:defRPr>
            </a:lvl7pPr>
            <a:lvl8pPr lvl="7" algn="ctr">
              <a:spcBef>
                <a:spcPts val="0"/>
              </a:spcBef>
              <a:spcAft>
                <a:spcPts val="0"/>
              </a:spcAft>
              <a:buClr>
                <a:schemeClr val="dk1"/>
              </a:buClr>
              <a:buSzPts val="1400"/>
              <a:buNone/>
              <a:defRPr>
                <a:solidFill>
                  <a:schemeClr val="dk1"/>
                </a:solidFill>
              </a:defRPr>
            </a:lvl8pPr>
            <a:lvl9pPr lvl="8" algn="ctr">
              <a:spcBef>
                <a:spcPts val="0"/>
              </a:spcBef>
              <a:spcAft>
                <a:spcPts val="0"/>
              </a:spcAft>
              <a:buClr>
                <a:schemeClr val="dk1"/>
              </a:buClr>
              <a:buSzPts val="1400"/>
              <a:buNone/>
              <a:defRPr>
                <a:solidFill>
                  <a:schemeClr val="dk1"/>
                </a:solidFill>
              </a:defRPr>
            </a:lvl9pPr>
          </a:lstStyle>
          <a:p/>
        </p:txBody>
      </p:sp>
      <p:sp>
        <p:nvSpPr>
          <p:cNvPr id="572" name="Google Shape;572;p61"/>
          <p:cNvSpPr txBox="1"/>
          <p:nvPr>
            <p:ph idx="5" type="title"/>
          </p:nvPr>
        </p:nvSpPr>
        <p:spPr>
          <a:xfrm>
            <a:off x="6627975" y="1585400"/>
            <a:ext cx="2265600" cy="475800"/>
          </a:xfrm>
          <a:prstGeom prst="rect">
            <a:avLst/>
          </a:prstGeom>
        </p:spPr>
        <p:txBody>
          <a:bodyPr anchorCtr="0" anchor="ctr" bIns="0" lIns="0" spcFirstLastPara="1" rIns="0" wrap="square" tIns="0">
            <a:noAutofit/>
          </a:bodyPr>
          <a:lstStyle>
            <a:lvl1pPr lvl="0" algn="ctr">
              <a:spcBef>
                <a:spcPts val="0"/>
              </a:spcBef>
              <a:spcAft>
                <a:spcPts val="0"/>
              </a:spcAft>
              <a:buSzPts val="1800"/>
              <a:buNone/>
              <a:defRPr sz="1800"/>
            </a:lvl1pPr>
            <a:lvl2pPr lvl="1" algn="ctr">
              <a:spcBef>
                <a:spcPts val="0"/>
              </a:spcBef>
              <a:spcAft>
                <a:spcPts val="0"/>
              </a:spcAft>
              <a:buClr>
                <a:schemeClr val="dk1"/>
              </a:buClr>
              <a:buSzPts val="1400"/>
              <a:buNone/>
              <a:defRPr>
                <a:solidFill>
                  <a:schemeClr val="dk1"/>
                </a:solidFill>
              </a:defRPr>
            </a:lvl2pPr>
            <a:lvl3pPr lvl="2" algn="ctr">
              <a:spcBef>
                <a:spcPts val="0"/>
              </a:spcBef>
              <a:spcAft>
                <a:spcPts val="0"/>
              </a:spcAft>
              <a:buClr>
                <a:schemeClr val="dk1"/>
              </a:buClr>
              <a:buSzPts val="1400"/>
              <a:buNone/>
              <a:defRPr>
                <a:solidFill>
                  <a:schemeClr val="dk1"/>
                </a:solidFill>
              </a:defRPr>
            </a:lvl3pPr>
            <a:lvl4pPr lvl="3" algn="ctr">
              <a:spcBef>
                <a:spcPts val="0"/>
              </a:spcBef>
              <a:spcAft>
                <a:spcPts val="0"/>
              </a:spcAft>
              <a:buClr>
                <a:schemeClr val="dk1"/>
              </a:buClr>
              <a:buSzPts val="1400"/>
              <a:buNone/>
              <a:defRPr>
                <a:solidFill>
                  <a:schemeClr val="dk1"/>
                </a:solidFill>
              </a:defRPr>
            </a:lvl4pPr>
            <a:lvl5pPr lvl="4" algn="ctr">
              <a:spcBef>
                <a:spcPts val="0"/>
              </a:spcBef>
              <a:spcAft>
                <a:spcPts val="0"/>
              </a:spcAft>
              <a:buClr>
                <a:schemeClr val="dk1"/>
              </a:buClr>
              <a:buSzPts val="1400"/>
              <a:buNone/>
              <a:defRPr>
                <a:solidFill>
                  <a:schemeClr val="dk1"/>
                </a:solidFill>
              </a:defRPr>
            </a:lvl5pPr>
            <a:lvl6pPr lvl="5" algn="ctr">
              <a:spcBef>
                <a:spcPts val="0"/>
              </a:spcBef>
              <a:spcAft>
                <a:spcPts val="0"/>
              </a:spcAft>
              <a:buClr>
                <a:schemeClr val="dk1"/>
              </a:buClr>
              <a:buSzPts val="1400"/>
              <a:buNone/>
              <a:defRPr>
                <a:solidFill>
                  <a:schemeClr val="dk1"/>
                </a:solidFill>
              </a:defRPr>
            </a:lvl6pPr>
            <a:lvl7pPr lvl="6" algn="ctr">
              <a:spcBef>
                <a:spcPts val="0"/>
              </a:spcBef>
              <a:spcAft>
                <a:spcPts val="0"/>
              </a:spcAft>
              <a:buClr>
                <a:schemeClr val="dk1"/>
              </a:buClr>
              <a:buSzPts val="1400"/>
              <a:buNone/>
              <a:defRPr>
                <a:solidFill>
                  <a:schemeClr val="dk1"/>
                </a:solidFill>
              </a:defRPr>
            </a:lvl7pPr>
            <a:lvl8pPr lvl="7" algn="ctr">
              <a:spcBef>
                <a:spcPts val="0"/>
              </a:spcBef>
              <a:spcAft>
                <a:spcPts val="0"/>
              </a:spcAft>
              <a:buClr>
                <a:schemeClr val="dk1"/>
              </a:buClr>
              <a:buSzPts val="1400"/>
              <a:buNone/>
              <a:defRPr>
                <a:solidFill>
                  <a:schemeClr val="dk1"/>
                </a:solidFill>
              </a:defRPr>
            </a:lvl8pPr>
            <a:lvl9pPr lvl="8" algn="ctr">
              <a:spcBef>
                <a:spcPts val="0"/>
              </a:spcBef>
              <a:spcAft>
                <a:spcPts val="0"/>
              </a:spcAft>
              <a:buClr>
                <a:schemeClr val="dk1"/>
              </a:buClr>
              <a:buSzPts val="1400"/>
              <a:buNone/>
              <a:defRPr>
                <a:solidFill>
                  <a:schemeClr val="dk1"/>
                </a:solidFill>
              </a:defRPr>
            </a:lvl9pPr>
          </a:lstStyle>
          <a:p/>
        </p:txBody>
      </p:sp>
      <p:sp>
        <p:nvSpPr>
          <p:cNvPr id="573" name="Google Shape;573;p61"/>
          <p:cNvSpPr/>
          <p:nvPr/>
        </p:nvSpPr>
        <p:spPr>
          <a:xfrm rot="5400000">
            <a:off x="8611250" y="4735800"/>
            <a:ext cx="321000" cy="494100"/>
          </a:xfrm>
          <a:prstGeom prst="round2SameRect">
            <a:avLst>
              <a:gd fmla="val 50000" name="adj1"/>
              <a:gd fmla="val 0" name="adj2"/>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4" name="Google Shape;574;p61"/>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theme" Target="../theme/theme2.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9050" y="0"/>
            <a:ext cx="8685900" cy="2019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5600"/>
              <a:buFont typeface="Libre Baskerville"/>
              <a:buNone/>
              <a:defRPr sz="5600">
                <a:solidFill>
                  <a:schemeClr val="dk1"/>
                </a:solidFill>
                <a:latin typeface="Libre Baskerville"/>
                <a:ea typeface="Libre Baskerville"/>
                <a:cs typeface="Libre Baskerville"/>
                <a:sym typeface="Libre Baskerville"/>
              </a:defRPr>
            </a:lvl1pPr>
            <a:lvl2pPr lvl="1">
              <a:spcBef>
                <a:spcPts val="0"/>
              </a:spcBef>
              <a:spcAft>
                <a:spcPts val="0"/>
              </a:spcAft>
              <a:buSzPts val="1400"/>
              <a:buFont typeface="Libre Baskerville"/>
              <a:buNone/>
              <a:defRPr>
                <a:latin typeface="Libre Baskerville"/>
                <a:ea typeface="Libre Baskerville"/>
                <a:cs typeface="Libre Baskerville"/>
                <a:sym typeface="Libre Baskerville"/>
              </a:defRPr>
            </a:lvl2pPr>
            <a:lvl3pPr lvl="2">
              <a:spcBef>
                <a:spcPts val="0"/>
              </a:spcBef>
              <a:spcAft>
                <a:spcPts val="0"/>
              </a:spcAft>
              <a:buSzPts val="1400"/>
              <a:buFont typeface="Libre Baskerville"/>
              <a:buNone/>
              <a:defRPr>
                <a:latin typeface="Libre Baskerville"/>
                <a:ea typeface="Libre Baskerville"/>
                <a:cs typeface="Libre Baskerville"/>
                <a:sym typeface="Libre Baskerville"/>
              </a:defRPr>
            </a:lvl3pPr>
            <a:lvl4pPr lvl="3">
              <a:spcBef>
                <a:spcPts val="0"/>
              </a:spcBef>
              <a:spcAft>
                <a:spcPts val="0"/>
              </a:spcAft>
              <a:buSzPts val="1400"/>
              <a:buFont typeface="Libre Baskerville"/>
              <a:buNone/>
              <a:defRPr>
                <a:latin typeface="Libre Baskerville"/>
                <a:ea typeface="Libre Baskerville"/>
                <a:cs typeface="Libre Baskerville"/>
                <a:sym typeface="Libre Baskerville"/>
              </a:defRPr>
            </a:lvl4pPr>
            <a:lvl5pPr lvl="4">
              <a:spcBef>
                <a:spcPts val="0"/>
              </a:spcBef>
              <a:spcAft>
                <a:spcPts val="0"/>
              </a:spcAft>
              <a:buSzPts val="1400"/>
              <a:buFont typeface="Libre Baskerville"/>
              <a:buNone/>
              <a:defRPr>
                <a:latin typeface="Libre Baskerville"/>
                <a:ea typeface="Libre Baskerville"/>
                <a:cs typeface="Libre Baskerville"/>
                <a:sym typeface="Libre Baskerville"/>
              </a:defRPr>
            </a:lvl5pPr>
            <a:lvl6pPr lvl="5">
              <a:spcBef>
                <a:spcPts val="0"/>
              </a:spcBef>
              <a:spcAft>
                <a:spcPts val="0"/>
              </a:spcAft>
              <a:buSzPts val="1400"/>
              <a:buFont typeface="Libre Baskerville"/>
              <a:buNone/>
              <a:defRPr>
                <a:latin typeface="Libre Baskerville"/>
                <a:ea typeface="Libre Baskerville"/>
                <a:cs typeface="Libre Baskerville"/>
                <a:sym typeface="Libre Baskerville"/>
              </a:defRPr>
            </a:lvl6pPr>
            <a:lvl7pPr lvl="6">
              <a:spcBef>
                <a:spcPts val="0"/>
              </a:spcBef>
              <a:spcAft>
                <a:spcPts val="0"/>
              </a:spcAft>
              <a:buSzPts val="1400"/>
              <a:buFont typeface="Libre Baskerville"/>
              <a:buNone/>
              <a:defRPr>
                <a:latin typeface="Libre Baskerville"/>
                <a:ea typeface="Libre Baskerville"/>
                <a:cs typeface="Libre Baskerville"/>
                <a:sym typeface="Libre Baskerville"/>
              </a:defRPr>
            </a:lvl7pPr>
            <a:lvl8pPr lvl="7">
              <a:spcBef>
                <a:spcPts val="0"/>
              </a:spcBef>
              <a:spcAft>
                <a:spcPts val="0"/>
              </a:spcAft>
              <a:buSzPts val="1400"/>
              <a:buFont typeface="Libre Baskerville"/>
              <a:buNone/>
              <a:defRPr>
                <a:latin typeface="Libre Baskerville"/>
                <a:ea typeface="Libre Baskerville"/>
                <a:cs typeface="Libre Baskerville"/>
                <a:sym typeface="Libre Baskerville"/>
              </a:defRPr>
            </a:lvl8pPr>
            <a:lvl9pPr lvl="8">
              <a:spcBef>
                <a:spcPts val="0"/>
              </a:spcBef>
              <a:spcAft>
                <a:spcPts val="0"/>
              </a:spcAft>
              <a:buSzPts val="1400"/>
              <a:buFont typeface="Libre Baskerville"/>
              <a:buNone/>
              <a:defRPr>
                <a:latin typeface="Libre Baskerville"/>
                <a:ea typeface="Libre Baskerville"/>
                <a:cs typeface="Libre Baskerville"/>
                <a:sym typeface="Libre Baskerville"/>
              </a:defRPr>
            </a:lvl9pPr>
          </a:lstStyle>
          <a:p/>
        </p:txBody>
      </p:sp>
      <p:sp>
        <p:nvSpPr>
          <p:cNvPr id="52" name="Google Shape;52;p13"/>
          <p:cNvSpPr txBox="1"/>
          <p:nvPr>
            <p:ph idx="1" type="body"/>
          </p:nvPr>
        </p:nvSpPr>
        <p:spPr>
          <a:xfrm>
            <a:off x="280800" y="2705300"/>
            <a:ext cx="3906900" cy="19314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indent="-317500" lvl="1" marL="914400">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53" name="Google Shape;53;p13"/>
          <p:cNvSpPr txBox="1"/>
          <p:nvPr>
            <p:ph idx="12" type="sldNum"/>
          </p:nvPr>
        </p:nvSpPr>
        <p:spPr>
          <a:xfrm>
            <a:off x="8653375" y="4829350"/>
            <a:ext cx="490500" cy="311700"/>
          </a:xfrm>
          <a:prstGeom prst="rect">
            <a:avLst/>
          </a:prstGeom>
          <a:noFill/>
          <a:ln>
            <a:noFill/>
          </a:ln>
        </p:spPr>
        <p:txBody>
          <a:bodyPr anchorCtr="0" anchor="t" bIns="91425" lIns="91425" spcFirstLastPara="1" rIns="91425" wrap="square" tIns="91425">
            <a:noAutofit/>
          </a:bodyPr>
          <a:lstStyle>
            <a:lvl1pPr lvl="0" rtl="0" algn="ctr">
              <a:buNone/>
              <a:defRPr b="1" sz="800">
                <a:solidFill>
                  <a:schemeClr val="lt1"/>
                </a:solidFill>
                <a:latin typeface="Roboto"/>
                <a:ea typeface="Roboto"/>
                <a:cs typeface="Roboto"/>
                <a:sym typeface="Roboto"/>
              </a:defRPr>
            </a:lvl1pPr>
            <a:lvl2pPr lvl="1" rtl="0" algn="ctr">
              <a:buNone/>
              <a:defRPr b="1" sz="800">
                <a:solidFill>
                  <a:schemeClr val="lt1"/>
                </a:solidFill>
                <a:latin typeface="Roboto"/>
                <a:ea typeface="Roboto"/>
                <a:cs typeface="Roboto"/>
                <a:sym typeface="Roboto"/>
              </a:defRPr>
            </a:lvl2pPr>
            <a:lvl3pPr lvl="2" rtl="0" algn="ctr">
              <a:buNone/>
              <a:defRPr b="1" sz="800">
                <a:solidFill>
                  <a:schemeClr val="lt1"/>
                </a:solidFill>
                <a:latin typeface="Roboto"/>
                <a:ea typeface="Roboto"/>
                <a:cs typeface="Roboto"/>
                <a:sym typeface="Roboto"/>
              </a:defRPr>
            </a:lvl3pPr>
            <a:lvl4pPr lvl="3" rtl="0" algn="ctr">
              <a:buNone/>
              <a:defRPr b="1" sz="800">
                <a:solidFill>
                  <a:schemeClr val="lt1"/>
                </a:solidFill>
                <a:latin typeface="Roboto"/>
                <a:ea typeface="Roboto"/>
                <a:cs typeface="Roboto"/>
                <a:sym typeface="Roboto"/>
              </a:defRPr>
            </a:lvl4pPr>
            <a:lvl5pPr lvl="4" rtl="0" algn="ctr">
              <a:buNone/>
              <a:defRPr b="1" sz="800">
                <a:solidFill>
                  <a:schemeClr val="lt1"/>
                </a:solidFill>
                <a:latin typeface="Roboto"/>
                <a:ea typeface="Roboto"/>
                <a:cs typeface="Roboto"/>
                <a:sym typeface="Roboto"/>
              </a:defRPr>
            </a:lvl5pPr>
            <a:lvl6pPr lvl="5" rtl="0" algn="ctr">
              <a:buNone/>
              <a:defRPr b="1" sz="800">
                <a:solidFill>
                  <a:schemeClr val="lt1"/>
                </a:solidFill>
                <a:latin typeface="Roboto"/>
                <a:ea typeface="Roboto"/>
                <a:cs typeface="Roboto"/>
                <a:sym typeface="Roboto"/>
              </a:defRPr>
            </a:lvl6pPr>
            <a:lvl7pPr lvl="6" rtl="0" algn="ctr">
              <a:buNone/>
              <a:defRPr b="1" sz="800">
                <a:solidFill>
                  <a:schemeClr val="lt1"/>
                </a:solidFill>
                <a:latin typeface="Roboto"/>
                <a:ea typeface="Roboto"/>
                <a:cs typeface="Roboto"/>
                <a:sym typeface="Roboto"/>
              </a:defRPr>
            </a:lvl7pPr>
            <a:lvl8pPr lvl="7" rtl="0" algn="ctr">
              <a:buNone/>
              <a:defRPr b="1" sz="800">
                <a:solidFill>
                  <a:schemeClr val="lt1"/>
                </a:solidFill>
                <a:latin typeface="Roboto"/>
                <a:ea typeface="Roboto"/>
                <a:cs typeface="Roboto"/>
                <a:sym typeface="Roboto"/>
              </a:defRPr>
            </a:lvl8pPr>
            <a:lvl9pPr lvl="8" rtl="0" algn="ctr">
              <a:buNone/>
              <a:defRPr b="1" sz="800">
                <a:solidFill>
                  <a:schemeClr val="lt1"/>
                </a:solidFill>
                <a:latin typeface="Roboto"/>
                <a:ea typeface="Roboto"/>
                <a:cs typeface="Roboto"/>
                <a:sym typeface="Roboto"/>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79">
          <p15:clr>
            <a:srgbClr val="E46962"/>
          </p15:clr>
        </p15:guide>
        <p15:guide id="2" pos="158">
          <p15:clr>
            <a:srgbClr val="E46962"/>
          </p15:clr>
        </p15:guide>
        <p15:guide id="3" orient="horz" pos="79">
          <p15:clr>
            <a:srgbClr val="E46962"/>
          </p15:clr>
        </p15:guide>
        <p15:guide id="4" pos="581">
          <p15:clr>
            <a:srgbClr val="E46962"/>
          </p15:clr>
        </p15:guide>
        <p15:guide id="5" pos="660">
          <p15:clr>
            <a:srgbClr val="E46962"/>
          </p15:clr>
        </p15:guide>
        <p15:guide id="6" pos="1083">
          <p15:clr>
            <a:srgbClr val="E46962"/>
          </p15:clr>
        </p15:guide>
        <p15:guide id="7" pos="1163">
          <p15:clr>
            <a:srgbClr val="E46962"/>
          </p15:clr>
        </p15:guide>
        <p15:guide id="8" pos="1585">
          <p15:clr>
            <a:srgbClr val="E46962"/>
          </p15:clr>
        </p15:guide>
        <p15:guide id="9" pos="1665">
          <p15:clr>
            <a:srgbClr val="E46962"/>
          </p15:clr>
        </p15:guide>
        <p15:guide id="10" pos="2088">
          <p15:clr>
            <a:srgbClr val="E46962"/>
          </p15:clr>
        </p15:guide>
        <p15:guide id="11" pos="2167">
          <p15:clr>
            <a:srgbClr val="E46962"/>
          </p15:clr>
        </p15:guide>
        <p15:guide id="12" pos="2590">
          <p15:clr>
            <a:srgbClr val="E46962"/>
          </p15:clr>
        </p15:guide>
        <p15:guide id="13" pos="2669">
          <p15:clr>
            <a:srgbClr val="E46962"/>
          </p15:clr>
        </p15:guide>
        <p15:guide id="14" pos="3092">
          <p15:clr>
            <a:srgbClr val="E46962"/>
          </p15:clr>
        </p15:guide>
        <p15:guide id="15" pos="3171">
          <p15:clr>
            <a:srgbClr val="E46962"/>
          </p15:clr>
        </p15:guide>
        <p15:guide id="16" pos="3594">
          <p15:clr>
            <a:srgbClr val="E46962"/>
          </p15:clr>
        </p15:guide>
        <p15:guide id="17" pos="3673">
          <p15:clr>
            <a:srgbClr val="E46962"/>
          </p15:clr>
        </p15:guide>
        <p15:guide id="18" pos="4096">
          <p15:clr>
            <a:srgbClr val="E46962"/>
          </p15:clr>
        </p15:guide>
        <p15:guide id="19" pos="4175">
          <p15:clr>
            <a:srgbClr val="E46962"/>
          </p15:clr>
        </p15:guide>
        <p15:guide id="20" pos="4598">
          <p15:clr>
            <a:srgbClr val="E46962"/>
          </p15:clr>
        </p15:guide>
        <p15:guide id="21" pos="4677">
          <p15:clr>
            <a:srgbClr val="E46962"/>
          </p15:clr>
        </p15:guide>
        <p15:guide id="22" pos="5100">
          <p15:clr>
            <a:srgbClr val="E46962"/>
          </p15:clr>
        </p15:guide>
        <p15:guide id="23" pos="5179">
          <p15:clr>
            <a:srgbClr val="E46962"/>
          </p15:clr>
        </p15:guide>
        <p15:guide id="24" pos="5602">
          <p15:clr>
            <a:srgbClr val="E46962"/>
          </p15:clr>
        </p15:guide>
        <p15:guide id="25" pos="5681">
          <p15:clr>
            <a:srgbClr val="E46962"/>
          </p15:clr>
        </p15:guide>
        <p15:guide id="26" orient="horz" pos="296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xml"/><Relationship Id="rId3" Type="http://schemas.openxmlformats.org/officeDocument/2006/relationships/image" Target="../media/image9.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1.xml"/><Relationship Id="rId3"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2.xml"/><Relationship Id="rId3" Type="http://schemas.openxmlformats.org/officeDocument/2006/relationships/hyperlink" Target="https://aima.cs.berkeley.edu/" TargetMode="External"/><Relationship Id="rId4" Type="http://schemas.openxmlformats.org/officeDocument/2006/relationships/hyperlink" Target="https://doi.org/10.1109/tssc.1968.300136" TargetMode="External"/><Relationship Id="rId9" Type="http://schemas.openxmlformats.org/officeDocument/2006/relationships/hyperlink" Target="https://www.redblobgames.com/pathfinding/a-star/introduction.html" TargetMode="External"/><Relationship Id="rId5" Type="http://schemas.openxmlformats.org/officeDocument/2006/relationships/hyperlink" Target="https://doi.org/10.1109/tssc.1968.300136" TargetMode="External"/><Relationship Id="rId6" Type="http://schemas.openxmlformats.org/officeDocument/2006/relationships/hyperlink" Target="https://doi.org/10.3390/s24051422" TargetMode="External"/><Relationship Id="rId7" Type="http://schemas.openxmlformats.org/officeDocument/2006/relationships/hyperlink" Target="https://www.researchgate.net/publication/267809499_A-based_Pathfinding_in_Modern_Computer_Games" TargetMode="External"/><Relationship Id="rId8" Type="http://schemas.openxmlformats.org/officeDocument/2006/relationships/hyperlink" Target="https://www.researchgate.net/publication/267809499_A-based_Pathfinding_in_Modern_Computer_Games" TargetMode="External"/><Relationship Id="rId11" Type="http://schemas.openxmlformats.org/officeDocument/2006/relationships/hyperlink" Target="https://www.geowgs84.ai/post/what-is-the-a-a-star-algorithm" TargetMode="External"/><Relationship Id="rId10" Type="http://schemas.openxmlformats.org/officeDocument/2006/relationships/hyperlink" Target="https://www.redblobgames.com/pathfinding/a-star/introduction.html" TargetMode="External"/><Relationship Id="rId12" Type="http://schemas.openxmlformats.org/officeDocument/2006/relationships/hyperlink" Target="https://www.geowgs84.ai/post/what-is-the-a-a-star-algorith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pic>
        <p:nvPicPr>
          <p:cNvPr id="579" name="Google Shape;579;p62"/>
          <p:cNvPicPr preferRelativeResize="0"/>
          <p:nvPr>
            <p:ph idx="2" type="pic"/>
          </p:nvPr>
        </p:nvPicPr>
        <p:blipFill rotWithShape="1">
          <a:blip r:embed="rId3">
            <a:alphaModFix/>
          </a:blip>
          <a:srcRect b="0" l="40" r="-40" t="78108"/>
          <a:stretch/>
        </p:blipFill>
        <p:spPr>
          <a:xfrm>
            <a:off x="125700" y="125600"/>
            <a:ext cx="8892900" cy="2452800"/>
          </a:xfrm>
          <a:prstGeom prst="roundRect">
            <a:avLst>
              <a:gd fmla="val 16667" name="adj"/>
            </a:avLst>
          </a:prstGeom>
        </p:spPr>
      </p:pic>
      <p:pic>
        <p:nvPicPr>
          <p:cNvPr id="580" name="Google Shape;580;p62"/>
          <p:cNvPicPr preferRelativeResize="0"/>
          <p:nvPr>
            <p:ph idx="2" type="pic"/>
          </p:nvPr>
        </p:nvPicPr>
        <p:blipFill rotWithShape="1">
          <a:blip r:embed="rId3">
            <a:alphaModFix/>
          </a:blip>
          <a:srcRect b="17784" l="-26546" r="-26546" t="12530"/>
          <a:stretch/>
        </p:blipFill>
        <p:spPr>
          <a:xfrm>
            <a:off x="125700" y="125600"/>
            <a:ext cx="8892900" cy="2452800"/>
          </a:xfrm>
          <a:prstGeom prst="roundRect">
            <a:avLst>
              <a:gd fmla="val 16667" name="adj"/>
            </a:avLst>
          </a:prstGeom>
        </p:spPr>
      </p:pic>
      <p:sp>
        <p:nvSpPr>
          <p:cNvPr id="581" name="Google Shape;581;p62"/>
          <p:cNvSpPr txBox="1"/>
          <p:nvPr>
            <p:ph type="title"/>
          </p:nvPr>
        </p:nvSpPr>
        <p:spPr>
          <a:xfrm>
            <a:off x="125700" y="2649900"/>
            <a:ext cx="4677600" cy="1138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Real Life Applications of A* Search</a:t>
            </a:r>
            <a:endParaRPr/>
          </a:p>
        </p:txBody>
      </p:sp>
      <p:sp>
        <p:nvSpPr>
          <p:cNvPr id="582" name="Google Shape;582;p62"/>
          <p:cNvSpPr txBox="1"/>
          <p:nvPr>
            <p:ph idx="1" type="subTitle"/>
          </p:nvPr>
        </p:nvSpPr>
        <p:spPr>
          <a:xfrm>
            <a:off x="6112175" y="2649900"/>
            <a:ext cx="2906400" cy="586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b="0" lang="en"/>
              <a:t>Applications in Navigation, Games, and Robotics</a:t>
            </a:r>
            <a:endParaRPr b="0"/>
          </a:p>
        </p:txBody>
      </p:sp>
      <p:sp>
        <p:nvSpPr>
          <p:cNvPr id="583" name="Google Shape;583;p62"/>
          <p:cNvSpPr txBox="1"/>
          <p:nvPr>
            <p:ph idx="3" type="body"/>
          </p:nvPr>
        </p:nvSpPr>
        <p:spPr>
          <a:xfrm>
            <a:off x="122125" y="4701375"/>
            <a:ext cx="4786200" cy="31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Chime Nguyen &amp; Adalynn Everly</a:t>
            </a:r>
            <a:endParaRPr/>
          </a:p>
        </p:txBody>
      </p:sp>
      <p:sp>
        <p:nvSpPr>
          <p:cNvPr id="584" name="Google Shape;584;p62"/>
          <p:cNvSpPr txBox="1"/>
          <p:nvPr>
            <p:ph idx="4" type="body"/>
          </p:nvPr>
        </p:nvSpPr>
        <p:spPr>
          <a:xfrm>
            <a:off x="5675575" y="4701375"/>
            <a:ext cx="3342600" cy="316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April,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63"/>
          <p:cNvSpPr txBox="1"/>
          <p:nvPr>
            <p:ph type="title"/>
          </p:nvPr>
        </p:nvSpPr>
        <p:spPr>
          <a:xfrm>
            <a:off x="4500950" y="349600"/>
            <a:ext cx="4254300" cy="146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590" name="Google Shape;590;p63"/>
          <p:cNvSpPr txBox="1"/>
          <p:nvPr>
            <p:ph idx="1" type="body"/>
          </p:nvPr>
        </p:nvSpPr>
        <p:spPr>
          <a:xfrm>
            <a:off x="4543850" y="1752125"/>
            <a:ext cx="4350000" cy="269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2300"/>
              <a:t>1</a:t>
            </a:r>
            <a:r>
              <a:rPr lang="en" sz="2300"/>
              <a:t> What Is A*?</a:t>
            </a:r>
            <a:endParaRPr sz="2300"/>
          </a:p>
          <a:p>
            <a:pPr indent="0" lvl="0" marL="0" rtl="0" algn="l">
              <a:spcBef>
                <a:spcPts val="0"/>
              </a:spcBef>
              <a:spcAft>
                <a:spcPts val="0"/>
              </a:spcAft>
              <a:buNone/>
            </a:pPr>
            <a:r>
              <a:rPr lang="en" sz="2300"/>
              <a:t>2 Benefits and Limitations</a:t>
            </a:r>
            <a:br>
              <a:rPr lang="en" sz="2300"/>
            </a:br>
            <a:r>
              <a:rPr i="1" lang="en" sz="2300"/>
              <a:t>3</a:t>
            </a:r>
            <a:r>
              <a:rPr lang="en" sz="2300"/>
              <a:t> A* In Map Navigation</a:t>
            </a:r>
            <a:endParaRPr sz="2300"/>
          </a:p>
          <a:p>
            <a:pPr indent="0" lvl="0" marL="0" rtl="0" algn="l">
              <a:spcBef>
                <a:spcPts val="0"/>
              </a:spcBef>
              <a:spcAft>
                <a:spcPts val="0"/>
              </a:spcAft>
              <a:buNone/>
            </a:pPr>
            <a:r>
              <a:rPr i="1" lang="en" sz="2300"/>
              <a:t>4</a:t>
            </a:r>
            <a:r>
              <a:rPr lang="en" sz="2300"/>
              <a:t> A* In Game Development</a:t>
            </a:r>
            <a:endParaRPr sz="2300"/>
          </a:p>
          <a:p>
            <a:pPr indent="0" lvl="0" marL="0" rtl="0" algn="l">
              <a:spcBef>
                <a:spcPts val="0"/>
              </a:spcBef>
              <a:spcAft>
                <a:spcPts val="0"/>
              </a:spcAft>
              <a:buNone/>
            </a:pPr>
            <a:r>
              <a:rPr i="1" lang="en" sz="2300"/>
              <a:t>5</a:t>
            </a:r>
            <a:r>
              <a:rPr lang="en" sz="2300"/>
              <a:t> A* In Robotics</a:t>
            </a:r>
            <a:endParaRPr sz="2300"/>
          </a:p>
          <a:p>
            <a:pPr indent="0" lvl="0" marL="0" rtl="0" algn="l">
              <a:spcBef>
                <a:spcPts val="0"/>
              </a:spcBef>
              <a:spcAft>
                <a:spcPts val="0"/>
              </a:spcAft>
              <a:buNone/>
            </a:pPr>
            <a:r>
              <a:rPr i="1" lang="en" sz="2300"/>
              <a:t>6</a:t>
            </a:r>
            <a:r>
              <a:rPr lang="en" sz="2300"/>
              <a:t> Conclusion</a:t>
            </a:r>
            <a:endParaRPr sz="2300"/>
          </a:p>
        </p:txBody>
      </p:sp>
      <p:sp>
        <p:nvSpPr>
          <p:cNvPr id="591" name="Google Shape;591;p63"/>
          <p:cNvSpPr txBox="1"/>
          <p:nvPr>
            <p:ph idx="2" type="subTitle"/>
          </p:nvPr>
        </p:nvSpPr>
        <p:spPr>
          <a:xfrm>
            <a:off x="251400" y="4827075"/>
            <a:ext cx="2205900" cy="3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Real Life Applications of A* Search</a:t>
            </a:r>
            <a:endParaRPr/>
          </a:p>
        </p:txBody>
      </p:sp>
      <p:sp>
        <p:nvSpPr>
          <p:cNvPr id="592" name="Google Shape;592;p63"/>
          <p:cNvSpPr txBox="1"/>
          <p:nvPr>
            <p:ph idx="3" type="subTitle"/>
          </p:nvPr>
        </p:nvSpPr>
        <p:spPr>
          <a:xfrm>
            <a:off x="3545100" y="4829700"/>
            <a:ext cx="2053800" cy="3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Agenda</a:t>
            </a:r>
            <a:endParaRPr/>
          </a:p>
        </p:txBody>
      </p:sp>
      <p:sp>
        <p:nvSpPr>
          <p:cNvPr id="593" name="Google Shape;593;p63"/>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594" name="Google Shape;594;p63"/>
          <p:cNvSpPr txBox="1"/>
          <p:nvPr/>
        </p:nvSpPr>
        <p:spPr>
          <a:xfrm>
            <a:off x="251400" y="349600"/>
            <a:ext cx="3845700" cy="167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latin typeface="Libre Baskerville"/>
                <a:ea typeface="Libre Baskerville"/>
                <a:cs typeface="Libre Baskerville"/>
                <a:sym typeface="Libre Baskerville"/>
              </a:rPr>
              <a:t> </a:t>
            </a:r>
            <a:r>
              <a:rPr b="1" lang="en" sz="1200">
                <a:latin typeface="Libre Baskerville"/>
                <a:ea typeface="Libre Baskerville"/>
                <a:cs typeface="Libre Baskerville"/>
                <a:sym typeface="Libre Baskerville"/>
              </a:rPr>
              <a:t> </a:t>
            </a:r>
            <a:r>
              <a:rPr b="1" lang="en" sz="2000">
                <a:latin typeface="Libre Baskerville"/>
                <a:ea typeface="Libre Baskerville"/>
                <a:cs typeface="Libre Baskerville"/>
                <a:sym typeface="Libre Baskerville"/>
              </a:rPr>
              <a:t>f(n) = g(n) + h(n)</a:t>
            </a:r>
            <a:endParaRPr b="1" sz="2000">
              <a:latin typeface="Libre Baskerville"/>
              <a:ea typeface="Libre Baskerville"/>
              <a:cs typeface="Libre Baskerville"/>
              <a:sym typeface="Libre Baskerville"/>
            </a:endParaRPr>
          </a:p>
          <a:p>
            <a:pPr indent="0" lvl="0" marL="0" rtl="0" algn="l">
              <a:spcBef>
                <a:spcPts val="0"/>
              </a:spcBef>
              <a:spcAft>
                <a:spcPts val="0"/>
              </a:spcAft>
              <a:buNone/>
            </a:pPr>
            <a:r>
              <a:t/>
            </a:r>
            <a:endParaRPr b="1" sz="1600">
              <a:latin typeface="Libre Baskerville"/>
              <a:ea typeface="Libre Baskerville"/>
              <a:cs typeface="Libre Baskerville"/>
              <a:sym typeface="Libre Baskerville"/>
            </a:endParaRPr>
          </a:p>
          <a:p>
            <a:pPr indent="-330200" lvl="0" marL="457200" rtl="0" algn="l">
              <a:spcBef>
                <a:spcPts val="0"/>
              </a:spcBef>
              <a:spcAft>
                <a:spcPts val="0"/>
              </a:spcAft>
              <a:buSzPts val="1600"/>
              <a:buFont typeface="Libre Baskerville"/>
              <a:buChar char="●"/>
            </a:pPr>
            <a:r>
              <a:rPr b="1" lang="en" sz="1600">
                <a:latin typeface="Libre Baskerville"/>
                <a:ea typeface="Libre Baskerville"/>
                <a:cs typeface="Libre Baskerville"/>
                <a:sym typeface="Libre Baskerville"/>
              </a:rPr>
              <a:t>g(n): path cost so far</a:t>
            </a:r>
            <a:endParaRPr b="1" sz="1600">
              <a:latin typeface="Libre Baskerville"/>
              <a:ea typeface="Libre Baskerville"/>
              <a:cs typeface="Libre Baskerville"/>
              <a:sym typeface="Libre Baskerville"/>
            </a:endParaRPr>
          </a:p>
          <a:p>
            <a:pPr indent="0" lvl="0" marL="0" rtl="0" algn="l">
              <a:spcBef>
                <a:spcPts val="0"/>
              </a:spcBef>
              <a:spcAft>
                <a:spcPts val="0"/>
              </a:spcAft>
              <a:buNone/>
            </a:pPr>
            <a:r>
              <a:t/>
            </a:r>
            <a:endParaRPr b="1" sz="1600">
              <a:latin typeface="Libre Baskerville"/>
              <a:ea typeface="Libre Baskerville"/>
              <a:cs typeface="Libre Baskerville"/>
              <a:sym typeface="Libre Baskerville"/>
            </a:endParaRPr>
          </a:p>
          <a:p>
            <a:pPr indent="-330200" lvl="0" marL="457200" rtl="0" algn="l">
              <a:spcBef>
                <a:spcPts val="0"/>
              </a:spcBef>
              <a:spcAft>
                <a:spcPts val="0"/>
              </a:spcAft>
              <a:buSzPts val="1600"/>
              <a:buFont typeface="Libre Baskerville"/>
              <a:buChar char="●"/>
            </a:pPr>
            <a:r>
              <a:rPr b="1" lang="en" sz="1600">
                <a:latin typeface="Libre Baskerville"/>
                <a:ea typeface="Libre Baskerville"/>
                <a:cs typeface="Libre Baskerville"/>
                <a:sym typeface="Libre Baskerville"/>
              </a:rPr>
              <a:t>h(n): estimated cost remaining</a:t>
            </a:r>
            <a:endParaRPr sz="1600">
              <a:solidFill>
                <a:schemeClr val="dk1"/>
              </a:solidFill>
              <a:latin typeface="Libre Baskerville"/>
              <a:ea typeface="Libre Baskerville"/>
              <a:cs typeface="Libre Baskerville"/>
              <a:sym typeface="Libre Baskerville"/>
            </a:endParaRPr>
          </a:p>
        </p:txBody>
      </p:sp>
      <p:pic>
        <p:nvPicPr>
          <p:cNvPr id="595" name="Google Shape;595;p63" title="Astarpathfinding.gif"/>
          <p:cNvPicPr preferRelativeResize="0"/>
          <p:nvPr/>
        </p:nvPicPr>
        <p:blipFill>
          <a:blip r:embed="rId3">
            <a:alphaModFix/>
          </a:blip>
          <a:stretch>
            <a:fillRect/>
          </a:stretch>
        </p:blipFill>
        <p:spPr>
          <a:xfrm>
            <a:off x="489825" y="2028100"/>
            <a:ext cx="3055274" cy="25198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64"/>
          <p:cNvSpPr txBox="1"/>
          <p:nvPr>
            <p:ph idx="3" type="body"/>
          </p:nvPr>
        </p:nvSpPr>
        <p:spPr>
          <a:xfrm>
            <a:off x="125700" y="2571750"/>
            <a:ext cx="4782600" cy="2129700"/>
          </a:xfrm>
          <a:prstGeom prst="rect">
            <a:avLst/>
          </a:prstGeom>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a:latin typeface="Libre Baskerville"/>
                <a:ea typeface="Libre Baskerville"/>
                <a:cs typeface="Libre Baskerville"/>
                <a:sym typeface="Libre Baskerville"/>
              </a:rPr>
              <a:t>A* is a search algorithm used to find the shortest or lowest-cost path between points.</a:t>
            </a:r>
            <a:endParaRPr b="1">
              <a:latin typeface="Libre Baskerville"/>
              <a:ea typeface="Libre Baskerville"/>
              <a:cs typeface="Libre Baskerville"/>
              <a:sym typeface="Libre Baskerville"/>
            </a:endParaRPr>
          </a:p>
          <a:p>
            <a:pPr indent="0" lvl="0" marL="0" rtl="0" algn="l">
              <a:lnSpc>
                <a:spcPct val="110000"/>
              </a:lnSpc>
              <a:spcBef>
                <a:spcPts val="0"/>
              </a:spcBef>
              <a:spcAft>
                <a:spcPts val="0"/>
              </a:spcAft>
              <a:buNone/>
            </a:pPr>
            <a:r>
              <a:t/>
            </a:r>
            <a:endParaRPr>
              <a:latin typeface="Libre Baskerville"/>
              <a:ea typeface="Libre Baskerville"/>
              <a:cs typeface="Libre Baskerville"/>
              <a:sym typeface="Libre Baskerville"/>
            </a:endParaRPr>
          </a:p>
          <a:p>
            <a:pPr indent="0" lvl="0" marL="0" rtl="0" algn="l">
              <a:lnSpc>
                <a:spcPct val="110000"/>
              </a:lnSpc>
              <a:spcBef>
                <a:spcPts val="0"/>
              </a:spcBef>
              <a:spcAft>
                <a:spcPts val="0"/>
              </a:spcAft>
              <a:buNone/>
            </a:pPr>
            <a:r>
              <a:rPr b="1" lang="en">
                <a:latin typeface="Libre Baskerville"/>
                <a:ea typeface="Libre Baskerville"/>
                <a:cs typeface="Libre Baskerville"/>
                <a:sym typeface="Libre Baskerville"/>
              </a:rPr>
              <a:t>Why It Matters:</a:t>
            </a:r>
            <a:endParaRPr b="1">
              <a:latin typeface="Libre Baskerville"/>
              <a:ea typeface="Libre Baskerville"/>
              <a:cs typeface="Libre Baskerville"/>
              <a:sym typeface="Libre Baskerville"/>
            </a:endParaRPr>
          </a:p>
          <a:p>
            <a:pPr indent="0" lvl="0" marL="0" rtl="0" algn="l">
              <a:lnSpc>
                <a:spcPct val="110000"/>
              </a:lnSpc>
              <a:spcBef>
                <a:spcPts val="0"/>
              </a:spcBef>
              <a:spcAft>
                <a:spcPts val="0"/>
              </a:spcAft>
              <a:buNone/>
            </a:pPr>
            <a:r>
              <a:rPr lang="en">
                <a:latin typeface="Libre Baskerville"/>
                <a:ea typeface="Libre Baskerville"/>
                <a:cs typeface="Libre Baskerville"/>
                <a:sym typeface="Libre Baskerville"/>
              </a:rPr>
              <a:t>A* is widely used in navigation, games, and robotics because it is usually more efficient than uninformed search algorithms.</a:t>
            </a:r>
            <a:endParaRPr>
              <a:latin typeface="Libre Baskerville"/>
              <a:ea typeface="Libre Baskerville"/>
              <a:cs typeface="Libre Baskerville"/>
              <a:sym typeface="Libre Baskerville"/>
            </a:endParaRPr>
          </a:p>
        </p:txBody>
      </p:sp>
      <p:sp>
        <p:nvSpPr>
          <p:cNvPr id="601" name="Google Shape;601;p64"/>
          <p:cNvSpPr txBox="1"/>
          <p:nvPr>
            <p:ph type="title"/>
          </p:nvPr>
        </p:nvSpPr>
        <p:spPr>
          <a:xfrm>
            <a:off x="125700" y="125600"/>
            <a:ext cx="4580100" cy="168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A*?</a:t>
            </a:r>
            <a:endParaRPr/>
          </a:p>
        </p:txBody>
      </p:sp>
      <p:pic>
        <p:nvPicPr>
          <p:cNvPr id="602" name="Google Shape;602;p64"/>
          <p:cNvPicPr preferRelativeResize="0"/>
          <p:nvPr>
            <p:ph idx="2" type="pic"/>
          </p:nvPr>
        </p:nvPicPr>
        <p:blipFill rotWithShape="1">
          <a:blip r:embed="rId3">
            <a:alphaModFix/>
          </a:blip>
          <a:srcRect b="0" l="48024" r="2205" t="0"/>
          <a:stretch/>
        </p:blipFill>
        <p:spPr>
          <a:xfrm>
            <a:off x="5033900" y="125600"/>
            <a:ext cx="3984300" cy="4575900"/>
          </a:xfrm>
          <a:prstGeom prst="roundRect">
            <a:avLst>
              <a:gd fmla="val 16667" name="adj"/>
            </a:avLst>
          </a:prstGeom>
        </p:spPr>
      </p:pic>
      <p:sp>
        <p:nvSpPr>
          <p:cNvPr id="603" name="Google Shape;603;p64"/>
          <p:cNvSpPr txBox="1"/>
          <p:nvPr>
            <p:ph idx="4" type="subTitle"/>
          </p:nvPr>
        </p:nvSpPr>
        <p:spPr>
          <a:xfrm>
            <a:off x="251400" y="4827075"/>
            <a:ext cx="2205900" cy="3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Real Life Applications of A* Search</a:t>
            </a:r>
            <a:endParaRPr/>
          </a:p>
        </p:txBody>
      </p:sp>
      <p:sp>
        <p:nvSpPr>
          <p:cNvPr id="604" name="Google Shape;604;p64"/>
          <p:cNvSpPr txBox="1"/>
          <p:nvPr>
            <p:ph idx="5" type="subTitle"/>
          </p:nvPr>
        </p:nvSpPr>
        <p:spPr>
          <a:xfrm>
            <a:off x="3545100" y="4829700"/>
            <a:ext cx="2053800" cy="3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Is A*?</a:t>
            </a:r>
            <a:endParaRPr/>
          </a:p>
        </p:txBody>
      </p:sp>
      <p:sp>
        <p:nvSpPr>
          <p:cNvPr id="605" name="Google Shape;605;p64"/>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65"/>
          <p:cNvSpPr txBox="1"/>
          <p:nvPr>
            <p:ph type="title"/>
          </p:nvPr>
        </p:nvSpPr>
        <p:spPr>
          <a:xfrm>
            <a:off x="125700" y="125600"/>
            <a:ext cx="4580100" cy="168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A* Works</a:t>
            </a:r>
            <a:endParaRPr/>
          </a:p>
        </p:txBody>
      </p:sp>
      <p:pic>
        <p:nvPicPr>
          <p:cNvPr id="611" name="Google Shape;611;p65" title="flow_grid.png"/>
          <p:cNvPicPr preferRelativeResize="0"/>
          <p:nvPr>
            <p:ph idx="2" type="pic"/>
          </p:nvPr>
        </p:nvPicPr>
        <p:blipFill rotWithShape="1">
          <a:blip r:embed="rId3">
            <a:alphaModFix/>
          </a:blip>
          <a:srcRect b="0" l="27967" r="27971" t="0"/>
          <a:stretch/>
        </p:blipFill>
        <p:spPr>
          <a:xfrm>
            <a:off x="5033900" y="125600"/>
            <a:ext cx="3984300" cy="4575900"/>
          </a:xfrm>
          <a:prstGeom prst="roundRect">
            <a:avLst>
              <a:gd fmla="val 16667" name="adj"/>
            </a:avLst>
          </a:prstGeom>
        </p:spPr>
      </p:pic>
      <p:sp>
        <p:nvSpPr>
          <p:cNvPr id="612" name="Google Shape;612;p65"/>
          <p:cNvSpPr txBox="1"/>
          <p:nvPr>
            <p:ph idx="3" type="body"/>
          </p:nvPr>
        </p:nvSpPr>
        <p:spPr>
          <a:xfrm>
            <a:off x="251400" y="2571750"/>
            <a:ext cx="4454400" cy="1955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b="1" lang="en">
                <a:latin typeface="Libre Baskerville"/>
                <a:ea typeface="Libre Baskerville"/>
                <a:cs typeface="Libre Baskerville"/>
                <a:sym typeface="Libre Baskerville"/>
              </a:rPr>
              <a:t>Formula:</a:t>
            </a:r>
            <a:r>
              <a:rPr lang="en">
                <a:latin typeface="Libre Baskerville"/>
                <a:ea typeface="Libre Baskerville"/>
                <a:cs typeface="Libre Baskerville"/>
                <a:sym typeface="Libre Baskerville"/>
              </a:rPr>
              <a:t> f(n) = g(n) + h(n)</a:t>
            </a:r>
            <a:endParaRPr>
              <a:latin typeface="Libre Baskerville"/>
              <a:ea typeface="Libre Baskerville"/>
              <a:cs typeface="Libre Baskerville"/>
              <a:sym typeface="Libre Baskerville"/>
            </a:endParaRPr>
          </a:p>
          <a:p>
            <a:pPr indent="-317500" lvl="0" marL="457200" rtl="0" algn="l">
              <a:spcBef>
                <a:spcPts val="0"/>
              </a:spcBef>
              <a:spcAft>
                <a:spcPts val="0"/>
              </a:spcAft>
              <a:buSzPts val="1400"/>
              <a:buChar char="●"/>
            </a:pPr>
            <a:r>
              <a:rPr b="1" lang="en">
                <a:latin typeface="Libre Baskerville"/>
                <a:ea typeface="Libre Baskerville"/>
                <a:cs typeface="Libre Baskerville"/>
                <a:sym typeface="Libre Baskerville"/>
              </a:rPr>
              <a:t>g(n):</a:t>
            </a:r>
            <a:r>
              <a:rPr lang="en">
                <a:latin typeface="Libre Baskerville"/>
                <a:ea typeface="Libre Baskerville"/>
                <a:cs typeface="Libre Baskerville"/>
                <a:sym typeface="Libre Baskerville"/>
              </a:rPr>
              <a:t> cost so far</a:t>
            </a:r>
            <a:endParaRPr>
              <a:latin typeface="Libre Baskerville"/>
              <a:ea typeface="Libre Baskerville"/>
              <a:cs typeface="Libre Baskerville"/>
              <a:sym typeface="Libre Baskerville"/>
            </a:endParaRPr>
          </a:p>
          <a:p>
            <a:pPr indent="-317500" lvl="0" marL="457200" rtl="0" algn="l">
              <a:spcBef>
                <a:spcPts val="0"/>
              </a:spcBef>
              <a:spcAft>
                <a:spcPts val="0"/>
              </a:spcAft>
              <a:buSzPts val="1400"/>
              <a:buChar char="●"/>
            </a:pPr>
            <a:r>
              <a:rPr b="1" lang="en">
                <a:latin typeface="Libre Baskerville"/>
                <a:ea typeface="Libre Baskerville"/>
                <a:cs typeface="Libre Baskerville"/>
                <a:sym typeface="Libre Baskerville"/>
              </a:rPr>
              <a:t>h(n):</a:t>
            </a:r>
            <a:r>
              <a:rPr lang="en">
                <a:latin typeface="Libre Baskerville"/>
                <a:ea typeface="Libre Baskerville"/>
                <a:cs typeface="Libre Baskerville"/>
                <a:sym typeface="Libre Baskerville"/>
              </a:rPr>
              <a:t> estimated cost to the goal</a:t>
            </a:r>
            <a:endParaRPr>
              <a:latin typeface="Libre Baskerville"/>
              <a:ea typeface="Libre Baskerville"/>
              <a:cs typeface="Libre Baskerville"/>
              <a:sym typeface="Libre Baskerville"/>
            </a:endParaRPr>
          </a:p>
          <a:p>
            <a:pPr indent="0" lvl="0" marL="0" rtl="0" algn="l">
              <a:spcBef>
                <a:spcPts val="0"/>
              </a:spcBef>
              <a:spcAft>
                <a:spcPts val="0"/>
              </a:spcAft>
              <a:buNone/>
            </a:pPr>
            <a:r>
              <a:t/>
            </a:r>
            <a:endParaRPr>
              <a:latin typeface="Libre Baskerville"/>
              <a:ea typeface="Libre Baskerville"/>
              <a:cs typeface="Libre Baskerville"/>
              <a:sym typeface="Libre Baskerville"/>
            </a:endParaRPr>
          </a:p>
          <a:p>
            <a:pPr indent="0" lvl="0" marL="0" rtl="0" algn="l">
              <a:spcBef>
                <a:spcPts val="0"/>
              </a:spcBef>
              <a:spcAft>
                <a:spcPts val="0"/>
              </a:spcAft>
              <a:buNone/>
            </a:pPr>
            <a:r>
              <a:rPr lang="en">
                <a:latin typeface="Libre Baskerville"/>
                <a:ea typeface="Libre Baskerville"/>
                <a:cs typeface="Libre Baskerville"/>
                <a:sym typeface="Libre Baskerville"/>
              </a:rPr>
              <a:t>A* evaluates possible paths by combining the actual cost already traveled with an estimate of the cost remaining, then chooses the most promising path.</a:t>
            </a:r>
            <a:endParaRPr>
              <a:latin typeface="Libre Baskerville"/>
              <a:ea typeface="Libre Baskerville"/>
              <a:cs typeface="Libre Baskerville"/>
              <a:sym typeface="Libre Baskerville"/>
            </a:endParaRPr>
          </a:p>
        </p:txBody>
      </p:sp>
      <p:sp>
        <p:nvSpPr>
          <p:cNvPr id="613" name="Google Shape;613;p65"/>
          <p:cNvSpPr txBox="1"/>
          <p:nvPr>
            <p:ph idx="4" type="subTitle"/>
          </p:nvPr>
        </p:nvSpPr>
        <p:spPr>
          <a:xfrm>
            <a:off x="251400" y="4827075"/>
            <a:ext cx="2205900" cy="3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Real Life Applications of A* Search</a:t>
            </a:r>
            <a:endParaRPr/>
          </a:p>
        </p:txBody>
      </p:sp>
      <p:sp>
        <p:nvSpPr>
          <p:cNvPr id="614" name="Google Shape;614;p65"/>
          <p:cNvSpPr txBox="1"/>
          <p:nvPr>
            <p:ph idx="5" type="subTitle"/>
          </p:nvPr>
        </p:nvSpPr>
        <p:spPr>
          <a:xfrm>
            <a:off x="3545100" y="4829700"/>
            <a:ext cx="2053800" cy="3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Is A*?</a:t>
            </a:r>
            <a:endParaRPr/>
          </a:p>
          <a:p>
            <a:pPr indent="0" lvl="0" marL="0" rtl="0" algn="ctr">
              <a:spcBef>
                <a:spcPts val="0"/>
              </a:spcBef>
              <a:spcAft>
                <a:spcPts val="0"/>
              </a:spcAft>
              <a:buNone/>
            </a:pPr>
            <a:r>
              <a:t/>
            </a:r>
            <a:endParaRPr/>
          </a:p>
        </p:txBody>
      </p:sp>
      <p:sp>
        <p:nvSpPr>
          <p:cNvPr id="615" name="Google Shape;615;p65"/>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66"/>
          <p:cNvSpPr txBox="1"/>
          <p:nvPr>
            <p:ph idx="3" type="subTitle"/>
          </p:nvPr>
        </p:nvSpPr>
        <p:spPr>
          <a:xfrm>
            <a:off x="251400" y="2063988"/>
            <a:ext cx="4656900" cy="775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Finds optimal paths with</a:t>
            </a:r>
            <a:endParaRPr/>
          </a:p>
          <a:p>
            <a:pPr indent="0" lvl="0" marL="0" rtl="0" algn="ctr">
              <a:spcBef>
                <a:spcPts val="0"/>
              </a:spcBef>
              <a:spcAft>
                <a:spcPts val="0"/>
              </a:spcAft>
              <a:buNone/>
            </a:pPr>
            <a:r>
              <a:rPr lang="en"/>
              <a:t>a good heuristic</a:t>
            </a:r>
            <a:endParaRPr/>
          </a:p>
        </p:txBody>
      </p:sp>
      <p:sp>
        <p:nvSpPr>
          <p:cNvPr id="621" name="Google Shape;621;p66"/>
          <p:cNvSpPr txBox="1"/>
          <p:nvPr>
            <p:ph idx="4" type="subTitle"/>
          </p:nvPr>
        </p:nvSpPr>
        <p:spPr>
          <a:xfrm>
            <a:off x="2243550" y="2995075"/>
            <a:ext cx="4656900" cy="775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More efficient than</a:t>
            </a:r>
            <a:endParaRPr/>
          </a:p>
          <a:p>
            <a:pPr indent="0" lvl="0" marL="0" rtl="0" algn="ctr">
              <a:spcBef>
                <a:spcPts val="0"/>
              </a:spcBef>
              <a:spcAft>
                <a:spcPts val="0"/>
              </a:spcAft>
              <a:buNone/>
            </a:pPr>
            <a:r>
              <a:rPr lang="en"/>
              <a:t>uninformed search</a:t>
            </a:r>
            <a:endParaRPr/>
          </a:p>
        </p:txBody>
      </p:sp>
      <p:sp>
        <p:nvSpPr>
          <p:cNvPr id="622" name="Google Shape;622;p66"/>
          <p:cNvSpPr txBox="1"/>
          <p:nvPr>
            <p:ph idx="5" type="subTitle"/>
          </p:nvPr>
        </p:nvSpPr>
        <p:spPr>
          <a:xfrm>
            <a:off x="4236800" y="3926163"/>
            <a:ext cx="4656900" cy="775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Widely applicable in</a:t>
            </a:r>
            <a:endParaRPr/>
          </a:p>
          <a:p>
            <a:pPr indent="0" lvl="0" marL="0" rtl="0" algn="ctr">
              <a:spcBef>
                <a:spcPts val="0"/>
              </a:spcBef>
              <a:spcAft>
                <a:spcPts val="0"/>
              </a:spcAft>
              <a:buNone/>
            </a:pPr>
            <a:r>
              <a:rPr lang="en"/>
              <a:t>maps, games, and robotics</a:t>
            </a:r>
            <a:endParaRPr/>
          </a:p>
        </p:txBody>
      </p:sp>
      <p:sp>
        <p:nvSpPr>
          <p:cNvPr id="623" name="Google Shape;623;p66"/>
          <p:cNvSpPr txBox="1"/>
          <p:nvPr>
            <p:ph type="title"/>
          </p:nvPr>
        </p:nvSpPr>
        <p:spPr>
          <a:xfrm>
            <a:off x="125600" y="125600"/>
            <a:ext cx="4908300" cy="168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Benefits</a:t>
            </a:r>
            <a:endParaRPr/>
          </a:p>
        </p:txBody>
      </p:sp>
      <p:sp>
        <p:nvSpPr>
          <p:cNvPr id="624" name="Google Shape;624;p66"/>
          <p:cNvSpPr txBox="1"/>
          <p:nvPr>
            <p:ph idx="1" type="subTitle"/>
          </p:nvPr>
        </p:nvSpPr>
        <p:spPr>
          <a:xfrm>
            <a:off x="251400" y="4827075"/>
            <a:ext cx="2205900" cy="3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Real Life Applications of A* Search</a:t>
            </a:r>
            <a:endParaRPr/>
          </a:p>
        </p:txBody>
      </p:sp>
      <p:sp>
        <p:nvSpPr>
          <p:cNvPr id="625" name="Google Shape;625;p66"/>
          <p:cNvSpPr txBox="1"/>
          <p:nvPr>
            <p:ph idx="2" type="subTitle"/>
          </p:nvPr>
        </p:nvSpPr>
        <p:spPr>
          <a:xfrm>
            <a:off x="3545100" y="4829700"/>
            <a:ext cx="2053800" cy="3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Benefits and Limitations</a:t>
            </a:r>
            <a:endParaRPr/>
          </a:p>
        </p:txBody>
      </p:sp>
      <p:sp>
        <p:nvSpPr>
          <p:cNvPr id="626" name="Google Shape;626;p66"/>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67"/>
          <p:cNvSpPr txBox="1"/>
          <p:nvPr>
            <p:ph idx="3" type="subTitle"/>
          </p:nvPr>
        </p:nvSpPr>
        <p:spPr>
          <a:xfrm>
            <a:off x="251400" y="2063988"/>
            <a:ext cx="4656900" cy="775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High memory usage</a:t>
            </a:r>
            <a:endParaRPr/>
          </a:p>
        </p:txBody>
      </p:sp>
      <p:sp>
        <p:nvSpPr>
          <p:cNvPr id="632" name="Google Shape;632;p67"/>
          <p:cNvSpPr txBox="1"/>
          <p:nvPr>
            <p:ph idx="4" type="subTitle"/>
          </p:nvPr>
        </p:nvSpPr>
        <p:spPr>
          <a:xfrm>
            <a:off x="2243550" y="2995075"/>
            <a:ext cx="4656900" cy="775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Performance depends on</a:t>
            </a:r>
            <a:endParaRPr/>
          </a:p>
          <a:p>
            <a:pPr indent="0" lvl="0" marL="0" rtl="0" algn="ctr">
              <a:spcBef>
                <a:spcPts val="0"/>
              </a:spcBef>
              <a:spcAft>
                <a:spcPts val="0"/>
              </a:spcAft>
              <a:buNone/>
            </a:pPr>
            <a:r>
              <a:rPr lang="en"/>
              <a:t>a good heuristic</a:t>
            </a:r>
            <a:endParaRPr/>
          </a:p>
        </p:txBody>
      </p:sp>
      <p:sp>
        <p:nvSpPr>
          <p:cNvPr id="633" name="Google Shape;633;p67"/>
          <p:cNvSpPr txBox="1"/>
          <p:nvPr>
            <p:ph idx="5" type="subTitle"/>
          </p:nvPr>
        </p:nvSpPr>
        <p:spPr>
          <a:xfrm>
            <a:off x="4236800" y="3926163"/>
            <a:ext cx="4656900" cy="775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Less effective in</a:t>
            </a:r>
            <a:endParaRPr/>
          </a:p>
          <a:p>
            <a:pPr indent="0" lvl="0" marL="0" rtl="0" algn="ctr">
              <a:spcBef>
                <a:spcPts val="0"/>
              </a:spcBef>
              <a:spcAft>
                <a:spcPts val="0"/>
              </a:spcAft>
              <a:buNone/>
            </a:pPr>
            <a:r>
              <a:rPr lang="en"/>
              <a:t>dynamic environments</a:t>
            </a:r>
            <a:endParaRPr/>
          </a:p>
        </p:txBody>
      </p:sp>
      <p:sp>
        <p:nvSpPr>
          <p:cNvPr id="634" name="Google Shape;634;p67"/>
          <p:cNvSpPr txBox="1"/>
          <p:nvPr>
            <p:ph type="title"/>
          </p:nvPr>
        </p:nvSpPr>
        <p:spPr>
          <a:xfrm>
            <a:off x="125600" y="125600"/>
            <a:ext cx="4908300" cy="168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Limitations</a:t>
            </a:r>
            <a:endParaRPr/>
          </a:p>
        </p:txBody>
      </p:sp>
      <p:sp>
        <p:nvSpPr>
          <p:cNvPr id="635" name="Google Shape;635;p67"/>
          <p:cNvSpPr txBox="1"/>
          <p:nvPr>
            <p:ph idx="1" type="subTitle"/>
          </p:nvPr>
        </p:nvSpPr>
        <p:spPr>
          <a:xfrm>
            <a:off x="251400" y="4827075"/>
            <a:ext cx="2205900" cy="3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Real Life Applications of A* Search</a:t>
            </a:r>
            <a:endParaRPr/>
          </a:p>
        </p:txBody>
      </p:sp>
      <p:sp>
        <p:nvSpPr>
          <p:cNvPr id="636" name="Google Shape;636;p67"/>
          <p:cNvSpPr txBox="1"/>
          <p:nvPr>
            <p:ph idx="2" type="subTitle"/>
          </p:nvPr>
        </p:nvSpPr>
        <p:spPr>
          <a:xfrm>
            <a:off x="3545100" y="4829700"/>
            <a:ext cx="2053800" cy="3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Benefits and Limitations</a:t>
            </a:r>
            <a:endParaRPr/>
          </a:p>
        </p:txBody>
      </p:sp>
      <p:sp>
        <p:nvSpPr>
          <p:cNvPr id="637" name="Google Shape;637;p67"/>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68"/>
          <p:cNvSpPr txBox="1"/>
          <p:nvPr>
            <p:ph idx="3" type="body"/>
          </p:nvPr>
        </p:nvSpPr>
        <p:spPr>
          <a:xfrm>
            <a:off x="54100" y="2471875"/>
            <a:ext cx="4979700" cy="2115600"/>
          </a:xfrm>
          <a:prstGeom prst="rect">
            <a:avLst/>
          </a:prstGeom>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50">
                <a:latin typeface="Libre Baskerville"/>
                <a:ea typeface="Libre Baskerville"/>
                <a:cs typeface="Libre Baskerville"/>
                <a:sym typeface="Libre Baskerville"/>
              </a:rPr>
              <a:t>A* is used in map navigation to find efficient routes between a starting point and a destination.</a:t>
            </a:r>
            <a:endParaRPr b="1" sz="950">
              <a:latin typeface="Libre Baskerville"/>
              <a:ea typeface="Libre Baskerville"/>
              <a:cs typeface="Libre Baskerville"/>
              <a:sym typeface="Libre Baskerville"/>
            </a:endParaRPr>
          </a:p>
          <a:p>
            <a:pPr indent="0" lvl="0" marL="0" rtl="0" algn="l">
              <a:lnSpc>
                <a:spcPct val="110000"/>
              </a:lnSpc>
              <a:spcBef>
                <a:spcPts val="0"/>
              </a:spcBef>
              <a:spcAft>
                <a:spcPts val="0"/>
              </a:spcAft>
              <a:buNone/>
            </a:pPr>
            <a:r>
              <a:rPr b="1" lang="en" sz="950">
                <a:latin typeface="Libre Baskerville"/>
                <a:ea typeface="Libre Baskerville"/>
                <a:cs typeface="Libre Baskerville"/>
                <a:sym typeface="Libre Baskerville"/>
              </a:rPr>
              <a:t>It works by combining:</a:t>
            </a:r>
            <a:endParaRPr b="1" sz="950">
              <a:latin typeface="Libre Baskerville"/>
              <a:ea typeface="Libre Baskerville"/>
              <a:cs typeface="Libre Baskerville"/>
              <a:sym typeface="Libre Baskerville"/>
            </a:endParaRPr>
          </a:p>
          <a:p>
            <a:pPr indent="0" lvl="0" marL="0" rtl="0" algn="l">
              <a:lnSpc>
                <a:spcPct val="110000"/>
              </a:lnSpc>
              <a:spcBef>
                <a:spcPts val="0"/>
              </a:spcBef>
              <a:spcAft>
                <a:spcPts val="0"/>
              </a:spcAft>
              <a:buNone/>
            </a:pPr>
            <a:r>
              <a:t/>
            </a:r>
            <a:endParaRPr sz="950">
              <a:latin typeface="Libre Baskerville"/>
              <a:ea typeface="Libre Baskerville"/>
              <a:cs typeface="Libre Baskerville"/>
              <a:sym typeface="Libre Baskerville"/>
            </a:endParaRPr>
          </a:p>
          <a:p>
            <a:pPr indent="-288925" lvl="0" marL="457200" rtl="0" algn="l">
              <a:lnSpc>
                <a:spcPct val="110000"/>
              </a:lnSpc>
              <a:spcBef>
                <a:spcPts val="0"/>
              </a:spcBef>
              <a:spcAft>
                <a:spcPts val="0"/>
              </a:spcAft>
              <a:buSzPts val="950"/>
              <a:buFont typeface="Libre Baskerville"/>
              <a:buChar char="●"/>
            </a:pPr>
            <a:r>
              <a:rPr lang="en" sz="950">
                <a:latin typeface="Libre Baskerville"/>
                <a:ea typeface="Libre Baskerville"/>
                <a:cs typeface="Libre Baskerville"/>
                <a:sym typeface="Libre Baskerville"/>
              </a:rPr>
              <a:t>the distance already traveled</a:t>
            </a:r>
            <a:endParaRPr sz="950">
              <a:latin typeface="Libre Baskerville"/>
              <a:ea typeface="Libre Baskerville"/>
              <a:cs typeface="Libre Baskerville"/>
              <a:sym typeface="Libre Baskerville"/>
            </a:endParaRPr>
          </a:p>
          <a:p>
            <a:pPr indent="-288925" lvl="0" marL="457200" rtl="0" algn="l">
              <a:lnSpc>
                <a:spcPct val="110000"/>
              </a:lnSpc>
              <a:spcBef>
                <a:spcPts val="0"/>
              </a:spcBef>
              <a:spcAft>
                <a:spcPts val="0"/>
              </a:spcAft>
              <a:buSzPts val="950"/>
              <a:buFont typeface="Libre Baskerville"/>
              <a:buChar char="●"/>
            </a:pPr>
            <a:r>
              <a:rPr lang="en" sz="950">
                <a:latin typeface="Libre Baskerville"/>
                <a:ea typeface="Libre Baskerville"/>
                <a:cs typeface="Libre Baskerville"/>
                <a:sym typeface="Libre Baskerville"/>
              </a:rPr>
              <a:t>an estimate of the remaining distance</a:t>
            </a:r>
            <a:endParaRPr sz="950">
              <a:latin typeface="Libre Baskerville"/>
              <a:ea typeface="Libre Baskerville"/>
              <a:cs typeface="Libre Baskerville"/>
              <a:sym typeface="Libre Baskerville"/>
            </a:endParaRPr>
          </a:p>
          <a:p>
            <a:pPr indent="0" lvl="0" marL="0" rtl="0" algn="l">
              <a:lnSpc>
                <a:spcPct val="110000"/>
              </a:lnSpc>
              <a:spcBef>
                <a:spcPts val="0"/>
              </a:spcBef>
              <a:spcAft>
                <a:spcPts val="0"/>
              </a:spcAft>
              <a:buNone/>
            </a:pPr>
            <a:r>
              <a:t/>
            </a:r>
            <a:endParaRPr sz="950">
              <a:latin typeface="Libre Baskerville"/>
              <a:ea typeface="Libre Baskerville"/>
              <a:cs typeface="Libre Baskerville"/>
              <a:sym typeface="Libre Baskerville"/>
            </a:endParaRPr>
          </a:p>
          <a:p>
            <a:pPr indent="0" lvl="0" marL="0" rtl="0" algn="l">
              <a:lnSpc>
                <a:spcPct val="110000"/>
              </a:lnSpc>
              <a:spcBef>
                <a:spcPts val="0"/>
              </a:spcBef>
              <a:spcAft>
                <a:spcPts val="0"/>
              </a:spcAft>
              <a:buNone/>
            </a:pPr>
            <a:r>
              <a:rPr b="1" lang="en" sz="950">
                <a:latin typeface="Libre Baskerville"/>
                <a:ea typeface="Libre Baskerville"/>
                <a:cs typeface="Libre Baskerville"/>
                <a:sym typeface="Libre Baskerville"/>
              </a:rPr>
              <a:t>In practice, this helps navigation systems:</a:t>
            </a:r>
            <a:endParaRPr b="1" sz="950">
              <a:latin typeface="Libre Baskerville"/>
              <a:ea typeface="Libre Baskerville"/>
              <a:cs typeface="Libre Baskerville"/>
              <a:sym typeface="Libre Baskerville"/>
            </a:endParaRPr>
          </a:p>
          <a:p>
            <a:pPr indent="0" lvl="0" marL="0" rtl="0" algn="l">
              <a:lnSpc>
                <a:spcPct val="110000"/>
              </a:lnSpc>
              <a:spcBef>
                <a:spcPts val="0"/>
              </a:spcBef>
              <a:spcAft>
                <a:spcPts val="0"/>
              </a:spcAft>
              <a:buNone/>
            </a:pPr>
            <a:r>
              <a:t/>
            </a:r>
            <a:endParaRPr sz="950">
              <a:latin typeface="Libre Baskerville"/>
              <a:ea typeface="Libre Baskerville"/>
              <a:cs typeface="Libre Baskerville"/>
              <a:sym typeface="Libre Baskerville"/>
            </a:endParaRPr>
          </a:p>
          <a:p>
            <a:pPr indent="-288925" lvl="0" marL="457200" rtl="0" algn="l">
              <a:lnSpc>
                <a:spcPct val="110000"/>
              </a:lnSpc>
              <a:spcBef>
                <a:spcPts val="0"/>
              </a:spcBef>
              <a:spcAft>
                <a:spcPts val="0"/>
              </a:spcAft>
              <a:buSzPts val="950"/>
              <a:buFont typeface="Libre Baskerville"/>
              <a:buChar char="●"/>
            </a:pPr>
            <a:r>
              <a:rPr lang="en" sz="950">
                <a:latin typeface="Libre Baskerville"/>
                <a:ea typeface="Libre Baskerville"/>
                <a:cs typeface="Libre Baskerville"/>
                <a:sym typeface="Libre Baskerville"/>
              </a:rPr>
              <a:t>find shorter routes faster</a:t>
            </a:r>
            <a:endParaRPr sz="950">
              <a:latin typeface="Libre Baskerville"/>
              <a:ea typeface="Libre Baskerville"/>
              <a:cs typeface="Libre Baskerville"/>
              <a:sym typeface="Libre Baskerville"/>
            </a:endParaRPr>
          </a:p>
          <a:p>
            <a:pPr indent="-288925" lvl="0" marL="457200" rtl="0" algn="l">
              <a:lnSpc>
                <a:spcPct val="110000"/>
              </a:lnSpc>
              <a:spcBef>
                <a:spcPts val="0"/>
              </a:spcBef>
              <a:spcAft>
                <a:spcPts val="0"/>
              </a:spcAft>
              <a:buSzPts val="950"/>
              <a:buFont typeface="Libre Baskerville"/>
              <a:buChar char="●"/>
            </a:pPr>
            <a:r>
              <a:rPr lang="en" sz="950">
                <a:latin typeface="Libre Baskerville"/>
                <a:ea typeface="Libre Baskerville"/>
                <a:cs typeface="Libre Baskerville"/>
                <a:sym typeface="Libre Baskerville"/>
              </a:rPr>
              <a:t>avoid checking every possible path</a:t>
            </a:r>
            <a:endParaRPr sz="950">
              <a:latin typeface="Libre Baskerville"/>
              <a:ea typeface="Libre Baskerville"/>
              <a:cs typeface="Libre Baskerville"/>
              <a:sym typeface="Libre Baskerville"/>
            </a:endParaRPr>
          </a:p>
          <a:p>
            <a:pPr indent="-288925" lvl="0" marL="457200" rtl="0" algn="l">
              <a:lnSpc>
                <a:spcPct val="110000"/>
              </a:lnSpc>
              <a:spcBef>
                <a:spcPts val="0"/>
              </a:spcBef>
              <a:spcAft>
                <a:spcPts val="0"/>
              </a:spcAft>
              <a:buSzPts val="950"/>
              <a:buFont typeface="Libre Baskerville"/>
              <a:buChar char="●"/>
            </a:pPr>
            <a:r>
              <a:rPr lang="en" sz="950">
                <a:latin typeface="Libre Baskerville"/>
                <a:ea typeface="Libre Baskerville"/>
                <a:cs typeface="Libre Baskerville"/>
                <a:sym typeface="Libre Baskerville"/>
              </a:rPr>
              <a:t>respond efficiently in large road networks</a:t>
            </a:r>
            <a:endParaRPr sz="950">
              <a:latin typeface="Libre Baskerville"/>
              <a:ea typeface="Libre Baskerville"/>
              <a:cs typeface="Libre Baskerville"/>
              <a:sym typeface="Libre Baskerville"/>
            </a:endParaRPr>
          </a:p>
        </p:txBody>
      </p:sp>
      <p:sp>
        <p:nvSpPr>
          <p:cNvPr id="643" name="Google Shape;643;p68"/>
          <p:cNvSpPr txBox="1"/>
          <p:nvPr>
            <p:ph type="title"/>
          </p:nvPr>
        </p:nvSpPr>
        <p:spPr>
          <a:xfrm>
            <a:off x="125700" y="125600"/>
            <a:ext cx="4979700" cy="168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sz="4700"/>
              <a:t>A* </a:t>
            </a:r>
            <a:r>
              <a:rPr lang="en" sz="4700"/>
              <a:t>In </a:t>
            </a:r>
            <a:r>
              <a:rPr lang="en" sz="4700"/>
              <a:t>Map</a:t>
            </a:r>
            <a:endParaRPr sz="4700"/>
          </a:p>
          <a:p>
            <a:pPr indent="0" lvl="0" marL="0" rtl="0" algn="l">
              <a:spcBef>
                <a:spcPts val="0"/>
              </a:spcBef>
              <a:spcAft>
                <a:spcPts val="0"/>
              </a:spcAft>
              <a:buNone/>
            </a:pPr>
            <a:r>
              <a:rPr lang="en" sz="4700"/>
              <a:t>Navigation</a:t>
            </a:r>
            <a:endParaRPr sz="4700"/>
          </a:p>
        </p:txBody>
      </p:sp>
      <p:sp>
        <p:nvSpPr>
          <p:cNvPr id="644" name="Google Shape;644;p68"/>
          <p:cNvSpPr txBox="1"/>
          <p:nvPr>
            <p:ph idx="4" type="subTitle"/>
          </p:nvPr>
        </p:nvSpPr>
        <p:spPr>
          <a:xfrm>
            <a:off x="251400" y="4827075"/>
            <a:ext cx="2205900" cy="3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Real Life Applications of A* Search</a:t>
            </a:r>
            <a:endParaRPr/>
          </a:p>
        </p:txBody>
      </p:sp>
      <p:sp>
        <p:nvSpPr>
          <p:cNvPr id="645" name="Google Shape;645;p68"/>
          <p:cNvSpPr txBox="1"/>
          <p:nvPr>
            <p:ph idx="5" type="subTitle"/>
          </p:nvPr>
        </p:nvSpPr>
        <p:spPr>
          <a:xfrm>
            <a:off x="3545100" y="4829700"/>
            <a:ext cx="2053800" cy="3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 In Map Navigation</a:t>
            </a:r>
            <a:endParaRPr/>
          </a:p>
        </p:txBody>
      </p:sp>
      <p:sp>
        <p:nvSpPr>
          <p:cNvPr id="646" name="Google Shape;646;p68"/>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647" name="Google Shape;647;p68"/>
          <p:cNvPicPr preferRelativeResize="0"/>
          <p:nvPr/>
        </p:nvPicPr>
        <p:blipFill>
          <a:blip r:embed="rId3">
            <a:alphaModFix/>
          </a:blip>
          <a:stretch>
            <a:fillRect/>
          </a:stretch>
        </p:blipFill>
        <p:spPr>
          <a:xfrm>
            <a:off x="4883600" y="157775"/>
            <a:ext cx="4133400" cy="2071867"/>
          </a:xfrm>
          <a:prstGeom prst="rect">
            <a:avLst/>
          </a:prstGeom>
          <a:noFill/>
          <a:ln>
            <a:noFill/>
          </a:ln>
        </p:spPr>
      </p:pic>
      <p:pic>
        <p:nvPicPr>
          <p:cNvPr id="648" name="Google Shape;648;p68"/>
          <p:cNvPicPr preferRelativeResize="0"/>
          <p:nvPr/>
        </p:nvPicPr>
        <p:blipFill>
          <a:blip r:embed="rId4">
            <a:alphaModFix/>
          </a:blip>
          <a:stretch>
            <a:fillRect/>
          </a:stretch>
        </p:blipFill>
        <p:spPr>
          <a:xfrm>
            <a:off x="5298525" y="2382042"/>
            <a:ext cx="3082110" cy="229525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69"/>
          <p:cNvSpPr txBox="1"/>
          <p:nvPr>
            <p:ph idx="3" type="body"/>
          </p:nvPr>
        </p:nvSpPr>
        <p:spPr>
          <a:xfrm>
            <a:off x="54100" y="2467725"/>
            <a:ext cx="5118600" cy="2384400"/>
          </a:xfrm>
          <a:prstGeom prst="rect">
            <a:avLst/>
          </a:prstGeom>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a:latin typeface="Libre Baskerville"/>
                <a:ea typeface="Libre Baskerville"/>
                <a:cs typeface="Libre Baskerville"/>
                <a:sym typeface="Libre Baskerville"/>
              </a:rPr>
              <a:t>A* is widely used in video games for pathfinding.</a:t>
            </a:r>
            <a:endParaRPr b="1">
              <a:latin typeface="Libre Baskerville"/>
              <a:ea typeface="Libre Baskerville"/>
              <a:cs typeface="Libre Baskerville"/>
              <a:sym typeface="Libre Baskerville"/>
            </a:endParaRPr>
          </a:p>
          <a:p>
            <a:pPr indent="0" lvl="0" marL="0" rtl="0" algn="l">
              <a:lnSpc>
                <a:spcPct val="110000"/>
              </a:lnSpc>
              <a:spcBef>
                <a:spcPts val="0"/>
              </a:spcBef>
              <a:spcAft>
                <a:spcPts val="0"/>
              </a:spcAft>
              <a:buNone/>
            </a:pPr>
            <a:r>
              <a:rPr lang="en">
                <a:latin typeface="Libre Baskerville"/>
                <a:ea typeface="Libre Baskerville"/>
                <a:cs typeface="Libre Baskerville"/>
                <a:sym typeface="Libre Baskerville"/>
              </a:rPr>
              <a:t>It helps non-playable characters (NPCs):</a:t>
            </a:r>
            <a:endParaRPr>
              <a:latin typeface="Libre Baskerville"/>
              <a:ea typeface="Libre Baskerville"/>
              <a:cs typeface="Libre Baskerville"/>
              <a:sym typeface="Libre Baskerville"/>
            </a:endParaRPr>
          </a:p>
          <a:p>
            <a:pPr indent="0" lvl="0" marL="0" rtl="0" algn="l">
              <a:lnSpc>
                <a:spcPct val="110000"/>
              </a:lnSpc>
              <a:spcBef>
                <a:spcPts val="0"/>
              </a:spcBef>
              <a:spcAft>
                <a:spcPts val="0"/>
              </a:spcAft>
              <a:buNone/>
            </a:pPr>
            <a:r>
              <a:t/>
            </a:r>
            <a:endParaRPr>
              <a:latin typeface="Libre Baskerville"/>
              <a:ea typeface="Libre Baskerville"/>
              <a:cs typeface="Libre Baskerville"/>
              <a:sym typeface="Libre Baskerville"/>
            </a:endParaRPr>
          </a:p>
          <a:p>
            <a:pPr indent="-317500" lvl="0" marL="457200" rtl="0" algn="l">
              <a:lnSpc>
                <a:spcPct val="110000"/>
              </a:lnSpc>
              <a:spcBef>
                <a:spcPts val="0"/>
              </a:spcBef>
              <a:spcAft>
                <a:spcPts val="0"/>
              </a:spcAft>
              <a:buSzPts val="1400"/>
              <a:buFont typeface="Libre Baskerville"/>
              <a:buChar char="●"/>
            </a:pPr>
            <a:r>
              <a:rPr lang="en">
                <a:latin typeface="Libre Baskerville"/>
                <a:ea typeface="Libre Baskerville"/>
                <a:cs typeface="Libre Baskerville"/>
                <a:sym typeface="Libre Baskerville"/>
              </a:rPr>
              <a:t>move toward goals efficiently</a:t>
            </a:r>
            <a:endParaRPr>
              <a:latin typeface="Libre Baskerville"/>
              <a:ea typeface="Libre Baskerville"/>
              <a:cs typeface="Libre Baskerville"/>
              <a:sym typeface="Libre Baskerville"/>
            </a:endParaRPr>
          </a:p>
          <a:p>
            <a:pPr indent="-317500" lvl="0" marL="457200" rtl="0" algn="l">
              <a:lnSpc>
                <a:spcPct val="110000"/>
              </a:lnSpc>
              <a:spcBef>
                <a:spcPts val="0"/>
              </a:spcBef>
              <a:spcAft>
                <a:spcPts val="0"/>
              </a:spcAft>
              <a:buSzPts val="1400"/>
              <a:buFont typeface="Libre Baskerville"/>
              <a:buChar char="●"/>
            </a:pPr>
            <a:r>
              <a:rPr lang="en">
                <a:latin typeface="Libre Baskerville"/>
                <a:ea typeface="Libre Baskerville"/>
                <a:cs typeface="Libre Baskerville"/>
                <a:sym typeface="Libre Baskerville"/>
              </a:rPr>
              <a:t>navigate around walls or obstacles</a:t>
            </a:r>
            <a:endParaRPr>
              <a:latin typeface="Libre Baskerville"/>
              <a:ea typeface="Libre Baskerville"/>
              <a:cs typeface="Libre Baskerville"/>
              <a:sym typeface="Libre Baskerville"/>
            </a:endParaRPr>
          </a:p>
          <a:p>
            <a:pPr indent="-317500" lvl="0" marL="457200" rtl="0" algn="l">
              <a:lnSpc>
                <a:spcPct val="110000"/>
              </a:lnSpc>
              <a:spcBef>
                <a:spcPts val="0"/>
              </a:spcBef>
              <a:spcAft>
                <a:spcPts val="0"/>
              </a:spcAft>
              <a:buSzPts val="1400"/>
              <a:buFont typeface="Libre Baskerville"/>
              <a:buChar char="●"/>
            </a:pPr>
            <a:r>
              <a:rPr lang="en">
                <a:latin typeface="Libre Baskerville"/>
                <a:ea typeface="Libre Baskerville"/>
                <a:cs typeface="Libre Baskerville"/>
                <a:sym typeface="Libre Baskerville"/>
              </a:rPr>
              <a:t>choose routes in real time</a:t>
            </a:r>
            <a:endParaRPr>
              <a:latin typeface="Libre Baskerville"/>
              <a:ea typeface="Libre Baskerville"/>
              <a:cs typeface="Libre Baskerville"/>
              <a:sym typeface="Libre Baskerville"/>
            </a:endParaRPr>
          </a:p>
          <a:p>
            <a:pPr indent="0" lvl="0" marL="0" rtl="0" algn="l">
              <a:lnSpc>
                <a:spcPct val="110000"/>
              </a:lnSpc>
              <a:spcBef>
                <a:spcPts val="0"/>
              </a:spcBef>
              <a:spcAft>
                <a:spcPts val="0"/>
              </a:spcAft>
              <a:buNone/>
            </a:pPr>
            <a:r>
              <a:t/>
            </a:r>
            <a:endParaRPr>
              <a:latin typeface="Libre Baskerville"/>
              <a:ea typeface="Libre Baskerville"/>
              <a:cs typeface="Libre Baskerville"/>
              <a:sym typeface="Libre Baskerville"/>
            </a:endParaRPr>
          </a:p>
          <a:p>
            <a:pPr indent="0" lvl="0" marL="0" rtl="0" algn="l">
              <a:lnSpc>
                <a:spcPct val="110000"/>
              </a:lnSpc>
              <a:spcBef>
                <a:spcPts val="0"/>
              </a:spcBef>
              <a:spcAft>
                <a:spcPts val="0"/>
              </a:spcAft>
              <a:buNone/>
            </a:pPr>
            <a:r>
              <a:rPr lang="en">
                <a:latin typeface="Libre Baskerville"/>
                <a:ea typeface="Libre Baskerville"/>
                <a:cs typeface="Libre Baskerville"/>
                <a:sym typeface="Libre Baskerville"/>
              </a:rPr>
              <a:t>This makes game movement look more intelligent and realistic.</a:t>
            </a:r>
            <a:endParaRPr>
              <a:latin typeface="Libre Baskerville"/>
              <a:ea typeface="Libre Baskerville"/>
              <a:cs typeface="Libre Baskerville"/>
              <a:sym typeface="Libre Baskerville"/>
            </a:endParaRPr>
          </a:p>
        </p:txBody>
      </p:sp>
      <p:sp>
        <p:nvSpPr>
          <p:cNvPr id="654" name="Google Shape;654;p69"/>
          <p:cNvSpPr txBox="1"/>
          <p:nvPr>
            <p:ph type="title"/>
          </p:nvPr>
        </p:nvSpPr>
        <p:spPr>
          <a:xfrm>
            <a:off x="125700" y="125600"/>
            <a:ext cx="5636700" cy="168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sz="4700"/>
              <a:t>A* In </a:t>
            </a:r>
            <a:r>
              <a:rPr lang="en" sz="4700"/>
              <a:t>Game</a:t>
            </a:r>
            <a:endParaRPr sz="4700"/>
          </a:p>
          <a:p>
            <a:pPr indent="0" lvl="0" marL="0" rtl="0" algn="l">
              <a:spcBef>
                <a:spcPts val="0"/>
              </a:spcBef>
              <a:spcAft>
                <a:spcPts val="0"/>
              </a:spcAft>
              <a:buNone/>
            </a:pPr>
            <a:r>
              <a:rPr lang="en" sz="4700"/>
              <a:t>Development</a:t>
            </a:r>
            <a:endParaRPr sz="4700"/>
          </a:p>
        </p:txBody>
      </p:sp>
      <p:sp>
        <p:nvSpPr>
          <p:cNvPr id="655" name="Google Shape;655;p69"/>
          <p:cNvSpPr txBox="1"/>
          <p:nvPr>
            <p:ph idx="4" type="subTitle"/>
          </p:nvPr>
        </p:nvSpPr>
        <p:spPr>
          <a:xfrm>
            <a:off x="251400" y="4827075"/>
            <a:ext cx="2205900" cy="3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Real Life Applications of A* Search</a:t>
            </a:r>
            <a:endParaRPr/>
          </a:p>
        </p:txBody>
      </p:sp>
      <p:sp>
        <p:nvSpPr>
          <p:cNvPr id="656" name="Google Shape;656;p69"/>
          <p:cNvSpPr txBox="1"/>
          <p:nvPr>
            <p:ph idx="5" type="subTitle"/>
          </p:nvPr>
        </p:nvSpPr>
        <p:spPr>
          <a:xfrm>
            <a:off x="3545100" y="4829700"/>
            <a:ext cx="2053800" cy="3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 In Game Development</a:t>
            </a:r>
            <a:endParaRPr/>
          </a:p>
        </p:txBody>
      </p:sp>
      <p:sp>
        <p:nvSpPr>
          <p:cNvPr id="657" name="Google Shape;657;p69"/>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658" name="Google Shape;658;p69"/>
          <p:cNvPicPr preferRelativeResize="0"/>
          <p:nvPr/>
        </p:nvPicPr>
        <p:blipFill>
          <a:blip r:embed="rId3">
            <a:alphaModFix/>
          </a:blip>
          <a:stretch>
            <a:fillRect/>
          </a:stretch>
        </p:blipFill>
        <p:spPr>
          <a:xfrm>
            <a:off x="5033900" y="125600"/>
            <a:ext cx="3437974" cy="2250101"/>
          </a:xfrm>
          <a:prstGeom prst="rect">
            <a:avLst/>
          </a:prstGeom>
          <a:noFill/>
          <a:ln>
            <a:noFill/>
          </a:ln>
        </p:spPr>
      </p:pic>
      <p:pic>
        <p:nvPicPr>
          <p:cNvPr id="659" name="Google Shape;659;p69"/>
          <p:cNvPicPr preferRelativeResize="0"/>
          <p:nvPr/>
        </p:nvPicPr>
        <p:blipFill>
          <a:blip r:embed="rId4">
            <a:alphaModFix/>
          </a:blip>
          <a:stretch>
            <a:fillRect/>
          </a:stretch>
        </p:blipFill>
        <p:spPr>
          <a:xfrm>
            <a:off x="5033900" y="2410563"/>
            <a:ext cx="3936001" cy="2384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70"/>
          <p:cNvSpPr txBox="1"/>
          <p:nvPr>
            <p:ph idx="3" type="body"/>
          </p:nvPr>
        </p:nvSpPr>
        <p:spPr>
          <a:xfrm>
            <a:off x="64125" y="1810700"/>
            <a:ext cx="4844100" cy="3011700"/>
          </a:xfrm>
          <a:prstGeom prst="rect">
            <a:avLst/>
          </a:prstGeom>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a:latin typeface="Libre Baskerville"/>
                <a:ea typeface="Libre Baskerville"/>
                <a:cs typeface="Libre Baskerville"/>
                <a:sym typeface="Libre Baskerville"/>
              </a:rPr>
              <a:t>A* is used in robotics for path planning and navigation.</a:t>
            </a:r>
            <a:endParaRPr b="1">
              <a:latin typeface="Libre Baskerville"/>
              <a:ea typeface="Libre Baskerville"/>
              <a:cs typeface="Libre Baskerville"/>
              <a:sym typeface="Libre Baskerville"/>
            </a:endParaRPr>
          </a:p>
          <a:p>
            <a:pPr indent="0" lvl="0" marL="0" rtl="0" algn="l">
              <a:lnSpc>
                <a:spcPct val="110000"/>
              </a:lnSpc>
              <a:spcBef>
                <a:spcPts val="0"/>
              </a:spcBef>
              <a:spcAft>
                <a:spcPts val="0"/>
              </a:spcAft>
              <a:buNone/>
            </a:pPr>
            <a:r>
              <a:t/>
            </a:r>
            <a:endParaRPr>
              <a:latin typeface="Libre Baskerville"/>
              <a:ea typeface="Libre Baskerville"/>
              <a:cs typeface="Libre Baskerville"/>
              <a:sym typeface="Libre Baskerville"/>
            </a:endParaRPr>
          </a:p>
          <a:p>
            <a:pPr indent="0" lvl="0" marL="0" rtl="0" algn="l">
              <a:lnSpc>
                <a:spcPct val="110000"/>
              </a:lnSpc>
              <a:spcBef>
                <a:spcPts val="0"/>
              </a:spcBef>
              <a:spcAft>
                <a:spcPts val="0"/>
              </a:spcAft>
              <a:buNone/>
            </a:pPr>
            <a:r>
              <a:rPr b="1" lang="en">
                <a:latin typeface="Libre Baskerville"/>
                <a:ea typeface="Libre Baskerville"/>
                <a:cs typeface="Libre Baskerville"/>
                <a:sym typeface="Libre Baskerville"/>
              </a:rPr>
              <a:t>It helps robots:</a:t>
            </a:r>
            <a:endParaRPr b="1">
              <a:latin typeface="Libre Baskerville"/>
              <a:ea typeface="Libre Baskerville"/>
              <a:cs typeface="Libre Baskerville"/>
              <a:sym typeface="Libre Baskerville"/>
            </a:endParaRPr>
          </a:p>
          <a:p>
            <a:pPr indent="0" lvl="0" marL="0" rtl="0" algn="l">
              <a:lnSpc>
                <a:spcPct val="110000"/>
              </a:lnSpc>
              <a:spcBef>
                <a:spcPts val="0"/>
              </a:spcBef>
              <a:spcAft>
                <a:spcPts val="0"/>
              </a:spcAft>
              <a:buNone/>
            </a:pPr>
            <a:r>
              <a:t/>
            </a:r>
            <a:endParaRPr b="1">
              <a:latin typeface="Libre Baskerville"/>
              <a:ea typeface="Libre Baskerville"/>
              <a:cs typeface="Libre Baskerville"/>
              <a:sym typeface="Libre Baskerville"/>
            </a:endParaRPr>
          </a:p>
          <a:p>
            <a:pPr indent="-317500" lvl="0" marL="457200" rtl="0" algn="l">
              <a:lnSpc>
                <a:spcPct val="110000"/>
              </a:lnSpc>
              <a:spcBef>
                <a:spcPts val="0"/>
              </a:spcBef>
              <a:spcAft>
                <a:spcPts val="0"/>
              </a:spcAft>
              <a:buSzPts val="1400"/>
              <a:buFont typeface="Libre Baskerville"/>
              <a:buChar char="●"/>
            </a:pPr>
            <a:r>
              <a:rPr lang="en">
                <a:latin typeface="Libre Baskerville"/>
                <a:ea typeface="Libre Baskerville"/>
                <a:cs typeface="Libre Baskerville"/>
                <a:sym typeface="Libre Baskerville"/>
              </a:rPr>
              <a:t>find efficient routes from start to goal</a:t>
            </a:r>
            <a:endParaRPr>
              <a:latin typeface="Libre Baskerville"/>
              <a:ea typeface="Libre Baskerville"/>
              <a:cs typeface="Libre Baskerville"/>
              <a:sym typeface="Libre Baskerville"/>
            </a:endParaRPr>
          </a:p>
          <a:p>
            <a:pPr indent="-317500" lvl="0" marL="457200" rtl="0" algn="l">
              <a:lnSpc>
                <a:spcPct val="110000"/>
              </a:lnSpc>
              <a:spcBef>
                <a:spcPts val="0"/>
              </a:spcBef>
              <a:spcAft>
                <a:spcPts val="0"/>
              </a:spcAft>
              <a:buSzPts val="1400"/>
              <a:buFont typeface="Libre Baskerville"/>
              <a:buChar char="●"/>
            </a:pPr>
            <a:r>
              <a:rPr lang="en">
                <a:latin typeface="Libre Baskerville"/>
                <a:ea typeface="Libre Baskerville"/>
                <a:cs typeface="Libre Baskerville"/>
                <a:sym typeface="Libre Baskerville"/>
              </a:rPr>
              <a:t>avoid obstacles in the environment</a:t>
            </a:r>
            <a:endParaRPr>
              <a:latin typeface="Libre Baskerville"/>
              <a:ea typeface="Libre Baskerville"/>
              <a:cs typeface="Libre Baskerville"/>
              <a:sym typeface="Libre Baskerville"/>
            </a:endParaRPr>
          </a:p>
          <a:p>
            <a:pPr indent="-317500" lvl="0" marL="457200" rtl="0" algn="l">
              <a:lnSpc>
                <a:spcPct val="110000"/>
              </a:lnSpc>
              <a:spcBef>
                <a:spcPts val="0"/>
              </a:spcBef>
              <a:spcAft>
                <a:spcPts val="0"/>
              </a:spcAft>
              <a:buSzPts val="1400"/>
              <a:buFont typeface="Libre Baskerville"/>
              <a:buChar char="●"/>
            </a:pPr>
            <a:r>
              <a:rPr lang="en">
                <a:latin typeface="Libre Baskerville"/>
                <a:ea typeface="Libre Baskerville"/>
                <a:cs typeface="Libre Baskerville"/>
                <a:sym typeface="Libre Baskerville"/>
              </a:rPr>
              <a:t>move safely in warehouses, factories, and autonomous systems</a:t>
            </a:r>
            <a:endParaRPr>
              <a:latin typeface="Libre Baskerville"/>
              <a:ea typeface="Libre Baskerville"/>
              <a:cs typeface="Libre Baskerville"/>
              <a:sym typeface="Libre Baskerville"/>
            </a:endParaRPr>
          </a:p>
          <a:p>
            <a:pPr indent="0" lvl="0" marL="0" rtl="0" algn="l">
              <a:lnSpc>
                <a:spcPct val="110000"/>
              </a:lnSpc>
              <a:spcBef>
                <a:spcPts val="0"/>
              </a:spcBef>
              <a:spcAft>
                <a:spcPts val="0"/>
              </a:spcAft>
              <a:buNone/>
            </a:pPr>
            <a:r>
              <a:t/>
            </a:r>
            <a:endParaRPr>
              <a:latin typeface="Libre Baskerville"/>
              <a:ea typeface="Libre Baskerville"/>
              <a:cs typeface="Libre Baskerville"/>
              <a:sym typeface="Libre Baskerville"/>
            </a:endParaRPr>
          </a:p>
          <a:p>
            <a:pPr indent="0" lvl="0" marL="0" rtl="0" algn="l">
              <a:lnSpc>
                <a:spcPct val="110000"/>
              </a:lnSpc>
              <a:spcBef>
                <a:spcPts val="0"/>
              </a:spcBef>
              <a:spcAft>
                <a:spcPts val="0"/>
              </a:spcAft>
              <a:buNone/>
            </a:pPr>
            <a:r>
              <a:rPr lang="en">
                <a:latin typeface="Libre Baskerville"/>
                <a:ea typeface="Libre Baskerville"/>
                <a:cs typeface="Libre Baskerville"/>
                <a:sym typeface="Libre Baskerville"/>
              </a:rPr>
              <a:t>This improves efficiency, safety, and reliability.</a:t>
            </a:r>
            <a:endParaRPr>
              <a:latin typeface="Libre Baskerville"/>
              <a:ea typeface="Libre Baskerville"/>
              <a:cs typeface="Libre Baskerville"/>
              <a:sym typeface="Libre Baskerville"/>
            </a:endParaRPr>
          </a:p>
        </p:txBody>
      </p:sp>
      <p:sp>
        <p:nvSpPr>
          <p:cNvPr id="665" name="Google Shape;665;p70"/>
          <p:cNvSpPr txBox="1"/>
          <p:nvPr>
            <p:ph type="title"/>
          </p:nvPr>
        </p:nvSpPr>
        <p:spPr>
          <a:xfrm>
            <a:off x="125700" y="125600"/>
            <a:ext cx="5473200" cy="168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sz="4700"/>
              <a:t>A* In </a:t>
            </a:r>
            <a:r>
              <a:rPr lang="en" sz="4700"/>
              <a:t>Robotics</a:t>
            </a:r>
            <a:endParaRPr sz="4700"/>
          </a:p>
        </p:txBody>
      </p:sp>
      <p:sp>
        <p:nvSpPr>
          <p:cNvPr id="666" name="Google Shape;666;p70"/>
          <p:cNvSpPr txBox="1"/>
          <p:nvPr>
            <p:ph idx="4" type="subTitle"/>
          </p:nvPr>
        </p:nvSpPr>
        <p:spPr>
          <a:xfrm>
            <a:off x="251400" y="4827075"/>
            <a:ext cx="2205900" cy="3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Real Life Applications of A* Search</a:t>
            </a:r>
            <a:endParaRPr/>
          </a:p>
        </p:txBody>
      </p:sp>
      <p:sp>
        <p:nvSpPr>
          <p:cNvPr id="667" name="Google Shape;667;p70"/>
          <p:cNvSpPr txBox="1"/>
          <p:nvPr>
            <p:ph idx="5" type="subTitle"/>
          </p:nvPr>
        </p:nvSpPr>
        <p:spPr>
          <a:xfrm>
            <a:off x="3545100" y="4829700"/>
            <a:ext cx="2053800" cy="3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 In Robotics</a:t>
            </a:r>
            <a:endParaRPr/>
          </a:p>
        </p:txBody>
      </p:sp>
      <p:sp>
        <p:nvSpPr>
          <p:cNvPr id="668" name="Google Shape;668;p70"/>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669" name="Google Shape;669;p70"/>
          <p:cNvPicPr preferRelativeResize="0"/>
          <p:nvPr/>
        </p:nvPicPr>
        <p:blipFill>
          <a:blip r:embed="rId3">
            <a:alphaModFix/>
          </a:blip>
          <a:stretch>
            <a:fillRect/>
          </a:stretch>
        </p:blipFill>
        <p:spPr>
          <a:xfrm>
            <a:off x="4908200" y="295476"/>
            <a:ext cx="3657851" cy="2746949"/>
          </a:xfrm>
          <a:prstGeom prst="rect">
            <a:avLst/>
          </a:prstGeom>
          <a:noFill/>
          <a:ln>
            <a:noFill/>
          </a:ln>
        </p:spPr>
      </p:pic>
      <p:pic>
        <p:nvPicPr>
          <p:cNvPr id="670" name="Google Shape;670;p70"/>
          <p:cNvPicPr preferRelativeResize="0"/>
          <p:nvPr/>
        </p:nvPicPr>
        <p:blipFill>
          <a:blip r:embed="rId4">
            <a:alphaModFix/>
          </a:blip>
          <a:stretch>
            <a:fillRect/>
          </a:stretch>
        </p:blipFill>
        <p:spPr>
          <a:xfrm>
            <a:off x="4908201" y="3309634"/>
            <a:ext cx="3849901" cy="111101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71"/>
          <p:cNvSpPr txBox="1"/>
          <p:nvPr>
            <p:ph type="title"/>
          </p:nvPr>
        </p:nvSpPr>
        <p:spPr>
          <a:xfrm>
            <a:off x="125700" y="125600"/>
            <a:ext cx="5121900" cy="100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676" name="Google Shape;676;p71"/>
          <p:cNvSpPr txBox="1"/>
          <p:nvPr>
            <p:ph idx="3" type="subTitle"/>
          </p:nvPr>
        </p:nvSpPr>
        <p:spPr>
          <a:xfrm>
            <a:off x="251400" y="4827075"/>
            <a:ext cx="2205900" cy="3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Real Life Applications of A* Search</a:t>
            </a:r>
            <a:endParaRPr/>
          </a:p>
        </p:txBody>
      </p:sp>
      <p:sp>
        <p:nvSpPr>
          <p:cNvPr id="677" name="Google Shape;677;p71"/>
          <p:cNvSpPr txBox="1"/>
          <p:nvPr>
            <p:ph idx="4" type="subTitle"/>
          </p:nvPr>
        </p:nvSpPr>
        <p:spPr>
          <a:xfrm>
            <a:off x="3545100" y="4829700"/>
            <a:ext cx="2053800" cy="3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Conclusion</a:t>
            </a:r>
            <a:endParaRPr/>
          </a:p>
        </p:txBody>
      </p:sp>
      <p:sp>
        <p:nvSpPr>
          <p:cNvPr id="678" name="Google Shape;678;p71"/>
          <p:cNvSpPr txBox="1"/>
          <p:nvPr>
            <p:ph idx="2" type="body"/>
          </p:nvPr>
        </p:nvSpPr>
        <p:spPr>
          <a:xfrm>
            <a:off x="188550" y="1167000"/>
            <a:ext cx="8766900" cy="2809500"/>
          </a:xfrm>
          <a:prstGeom prst="rect">
            <a:avLst/>
          </a:prstGeom>
        </p:spPr>
        <p:txBody>
          <a:bodyPr anchorCtr="0" anchor="t" bIns="91425" lIns="91425" spcFirstLastPara="1" rIns="91425" wrap="square" tIns="91425">
            <a:noAutofit/>
          </a:bodyPr>
          <a:lstStyle/>
          <a:p>
            <a:pPr indent="-317500" lvl="0" marL="457200" rtl="0" algn="l">
              <a:lnSpc>
                <a:spcPct val="110000"/>
              </a:lnSpc>
              <a:spcBef>
                <a:spcPts val="0"/>
              </a:spcBef>
              <a:spcAft>
                <a:spcPts val="0"/>
              </a:spcAft>
              <a:buSzPts val="1400"/>
              <a:buFont typeface="Libre Baskerville"/>
              <a:buChar char="●"/>
            </a:pPr>
            <a:r>
              <a:rPr b="1" lang="en">
                <a:latin typeface="Libre Baskerville"/>
                <a:ea typeface="Libre Baskerville"/>
                <a:cs typeface="Libre Baskerville"/>
                <a:sym typeface="Libre Baskerville"/>
              </a:rPr>
              <a:t>A*</a:t>
            </a:r>
            <a:r>
              <a:rPr lang="en">
                <a:latin typeface="Libre Baskerville"/>
                <a:ea typeface="Libre Baskerville"/>
                <a:cs typeface="Libre Baskerville"/>
                <a:sym typeface="Libre Baskerville"/>
              </a:rPr>
              <a:t> is a powerful pathfinding algorithm used in real-world AI applications.</a:t>
            </a:r>
            <a:endParaRPr>
              <a:latin typeface="Libre Baskerville"/>
              <a:ea typeface="Libre Baskerville"/>
              <a:cs typeface="Libre Baskerville"/>
              <a:sym typeface="Libre Baskerville"/>
            </a:endParaRPr>
          </a:p>
          <a:p>
            <a:pPr indent="-317500" lvl="0" marL="457200" rtl="0" algn="l">
              <a:lnSpc>
                <a:spcPct val="110000"/>
              </a:lnSpc>
              <a:spcBef>
                <a:spcPts val="0"/>
              </a:spcBef>
              <a:spcAft>
                <a:spcPts val="0"/>
              </a:spcAft>
              <a:buSzPts val="1400"/>
              <a:buFont typeface="Libre Baskerville"/>
              <a:buChar char="●"/>
            </a:pPr>
            <a:r>
              <a:rPr lang="en">
                <a:latin typeface="Libre Baskerville"/>
                <a:ea typeface="Libre Baskerville"/>
                <a:cs typeface="Libre Baskerville"/>
                <a:sym typeface="Libre Baskerville"/>
              </a:rPr>
              <a:t>It is especially useful in </a:t>
            </a:r>
            <a:r>
              <a:rPr b="1" lang="en">
                <a:latin typeface="Libre Baskerville"/>
                <a:ea typeface="Libre Baskerville"/>
                <a:cs typeface="Libre Baskerville"/>
                <a:sym typeface="Libre Baskerville"/>
              </a:rPr>
              <a:t>map navigation, game development, and robotics.</a:t>
            </a:r>
            <a:endParaRPr b="1">
              <a:latin typeface="Libre Baskerville"/>
              <a:ea typeface="Libre Baskerville"/>
              <a:cs typeface="Libre Baskerville"/>
              <a:sym typeface="Libre Baskerville"/>
            </a:endParaRPr>
          </a:p>
          <a:p>
            <a:pPr indent="-317500" lvl="0" marL="457200" rtl="0" algn="l">
              <a:lnSpc>
                <a:spcPct val="110000"/>
              </a:lnSpc>
              <a:spcBef>
                <a:spcPts val="0"/>
              </a:spcBef>
              <a:spcAft>
                <a:spcPts val="0"/>
              </a:spcAft>
              <a:buSzPts val="1400"/>
              <a:buFont typeface="Libre Baskerville"/>
              <a:buChar char="●"/>
            </a:pPr>
            <a:r>
              <a:rPr lang="en">
                <a:latin typeface="Libre Baskerville"/>
                <a:ea typeface="Libre Baskerville"/>
                <a:cs typeface="Libre Baskerville"/>
                <a:sym typeface="Libre Baskerville"/>
              </a:rPr>
              <a:t>Its effectiveness comes from balancing </a:t>
            </a:r>
            <a:r>
              <a:rPr b="1" lang="en">
                <a:latin typeface="Libre Baskerville"/>
                <a:ea typeface="Libre Baskerville"/>
                <a:cs typeface="Libre Baskerville"/>
                <a:sym typeface="Libre Baskerville"/>
              </a:rPr>
              <a:t>path cost</a:t>
            </a:r>
            <a:r>
              <a:rPr lang="en">
                <a:latin typeface="Libre Baskerville"/>
                <a:ea typeface="Libre Baskerville"/>
                <a:cs typeface="Libre Baskerville"/>
                <a:sym typeface="Libre Baskerville"/>
              </a:rPr>
              <a:t> with </a:t>
            </a:r>
            <a:r>
              <a:rPr b="1" lang="en">
                <a:latin typeface="Libre Baskerville"/>
                <a:ea typeface="Libre Baskerville"/>
                <a:cs typeface="Libre Baskerville"/>
                <a:sym typeface="Libre Baskerville"/>
              </a:rPr>
              <a:t>estimated distance</a:t>
            </a:r>
            <a:r>
              <a:rPr lang="en">
                <a:latin typeface="Libre Baskerville"/>
                <a:ea typeface="Libre Baskerville"/>
                <a:cs typeface="Libre Baskerville"/>
                <a:sym typeface="Libre Baskerville"/>
              </a:rPr>
              <a:t> to the goal.</a:t>
            </a:r>
            <a:endParaRPr>
              <a:latin typeface="Libre Baskerville"/>
              <a:ea typeface="Libre Baskerville"/>
              <a:cs typeface="Libre Baskerville"/>
              <a:sym typeface="Libre Baskerville"/>
            </a:endParaRPr>
          </a:p>
          <a:p>
            <a:pPr indent="-317500" lvl="0" marL="457200" rtl="0" algn="l">
              <a:lnSpc>
                <a:spcPct val="110000"/>
              </a:lnSpc>
              <a:spcBef>
                <a:spcPts val="0"/>
              </a:spcBef>
              <a:spcAft>
                <a:spcPts val="0"/>
              </a:spcAft>
              <a:buSzPts val="1400"/>
              <a:buFont typeface="Libre Baskerville"/>
              <a:buChar char="●"/>
            </a:pPr>
            <a:r>
              <a:rPr lang="en">
                <a:latin typeface="Libre Baskerville"/>
                <a:ea typeface="Libre Baskerville"/>
                <a:cs typeface="Libre Baskerville"/>
                <a:sym typeface="Libre Baskerville"/>
              </a:rPr>
              <a:t>Although it has limitations, it remains one of the most practical search algorithms in AI.</a:t>
            </a:r>
            <a:endParaRPr>
              <a:latin typeface="Libre Baskerville"/>
              <a:ea typeface="Libre Baskerville"/>
              <a:cs typeface="Libre Baskerville"/>
              <a:sym typeface="Libre Baskerville"/>
            </a:endParaRPr>
          </a:p>
        </p:txBody>
      </p:sp>
      <p:sp>
        <p:nvSpPr>
          <p:cNvPr id="679" name="Google Shape;679;p71"/>
          <p:cNvSpPr/>
          <p:nvPr/>
        </p:nvSpPr>
        <p:spPr>
          <a:xfrm rot="-124589">
            <a:off x="2143221" y="3214879"/>
            <a:ext cx="1809270" cy="602983"/>
          </a:xfrm>
          <a:prstGeom prst="flowChartTerminator">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a:ea typeface="Roboto"/>
              <a:cs typeface="Roboto"/>
              <a:sym typeface="Roboto"/>
            </a:endParaRPr>
          </a:p>
        </p:txBody>
      </p:sp>
      <p:sp>
        <p:nvSpPr>
          <p:cNvPr id="680" name="Google Shape;680;p71"/>
          <p:cNvSpPr/>
          <p:nvPr/>
        </p:nvSpPr>
        <p:spPr>
          <a:xfrm rot="1146885">
            <a:off x="2750590" y="4014983"/>
            <a:ext cx="1809173" cy="603007"/>
          </a:xfrm>
          <a:prstGeom prst="flowChartTerminator">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a:ea typeface="Roboto"/>
              <a:cs typeface="Roboto"/>
              <a:sym typeface="Roboto"/>
            </a:endParaRPr>
          </a:p>
        </p:txBody>
      </p:sp>
      <p:sp>
        <p:nvSpPr>
          <p:cNvPr id="681" name="Google Shape;681;p71"/>
          <p:cNvSpPr/>
          <p:nvPr/>
        </p:nvSpPr>
        <p:spPr>
          <a:xfrm rot="103">
            <a:off x="222869" y="4224022"/>
            <a:ext cx="1809162" cy="603018"/>
          </a:xfrm>
          <a:prstGeom prst="flowChartTerminator">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a:ea typeface="Roboto"/>
              <a:cs typeface="Roboto"/>
              <a:sym typeface="Roboto"/>
            </a:endParaRPr>
          </a:p>
        </p:txBody>
      </p:sp>
      <p:sp>
        <p:nvSpPr>
          <p:cNvPr id="682" name="Google Shape;682;p71"/>
          <p:cNvSpPr/>
          <p:nvPr/>
        </p:nvSpPr>
        <p:spPr>
          <a:xfrm rot="2535455">
            <a:off x="1277300" y="3812669"/>
            <a:ext cx="1809195" cy="603002"/>
          </a:xfrm>
          <a:prstGeom prst="flowChartTerminator">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latin typeface="Roboto"/>
              <a:ea typeface="Roboto"/>
              <a:cs typeface="Roboto"/>
              <a:sym typeface="Roboto"/>
            </a:endParaRPr>
          </a:p>
        </p:txBody>
      </p:sp>
      <p:sp>
        <p:nvSpPr>
          <p:cNvPr id="683" name="Google Shape;683;p71"/>
          <p:cNvSpPr/>
          <p:nvPr/>
        </p:nvSpPr>
        <p:spPr>
          <a:xfrm rot="995104">
            <a:off x="4285530" y="3914527"/>
            <a:ext cx="1809152" cy="603040"/>
          </a:xfrm>
          <a:prstGeom prst="flowChartTerminator">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100">
              <a:solidFill>
                <a:srgbClr val="FFFFFF"/>
              </a:solidFill>
              <a:latin typeface="Roboto"/>
              <a:ea typeface="Roboto"/>
              <a:cs typeface="Roboto"/>
              <a:sym typeface="Roboto"/>
            </a:endParaRPr>
          </a:p>
        </p:txBody>
      </p:sp>
      <p:sp>
        <p:nvSpPr>
          <p:cNvPr id="684" name="Google Shape;684;p71"/>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72"/>
          <p:cNvSpPr txBox="1"/>
          <p:nvPr>
            <p:ph type="title"/>
          </p:nvPr>
        </p:nvSpPr>
        <p:spPr>
          <a:xfrm>
            <a:off x="125700" y="3233475"/>
            <a:ext cx="8768100" cy="18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a:t>
            </a:r>
            <a:endParaRPr/>
          </a:p>
        </p:txBody>
      </p:sp>
      <p:pic>
        <p:nvPicPr>
          <p:cNvPr descr="Brick apartment building with exposed fire escapes." id="690" name="Google Shape;690;p72"/>
          <p:cNvPicPr preferRelativeResize="0"/>
          <p:nvPr>
            <p:ph idx="2" type="pic"/>
          </p:nvPr>
        </p:nvPicPr>
        <p:blipFill rotWithShape="1">
          <a:blip r:embed="rId3">
            <a:alphaModFix/>
          </a:blip>
          <a:srcRect b="29326" l="0" r="0" t="29322"/>
          <a:stretch/>
        </p:blipFill>
        <p:spPr>
          <a:xfrm>
            <a:off x="125700" y="125600"/>
            <a:ext cx="8892900" cy="2452800"/>
          </a:xfrm>
          <a:prstGeom prst="roundRect">
            <a:avLst>
              <a:gd fmla="val 16667" name="adj"/>
            </a:avLst>
          </a:prstGeom>
        </p:spPr>
      </p:pic>
      <p:sp>
        <p:nvSpPr>
          <p:cNvPr id="691" name="Google Shape;691;p72"/>
          <p:cNvSpPr txBox="1"/>
          <p:nvPr>
            <p:ph idx="4294967295" type="sldNum"/>
          </p:nvPr>
        </p:nvSpPr>
        <p:spPr>
          <a:xfrm>
            <a:off x="8653375" y="4829350"/>
            <a:ext cx="490500" cy="31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73"/>
          <p:cNvSpPr txBox="1"/>
          <p:nvPr>
            <p:ph idx="1" type="subTitle"/>
          </p:nvPr>
        </p:nvSpPr>
        <p:spPr>
          <a:xfrm>
            <a:off x="251400" y="4827075"/>
            <a:ext cx="2205900" cy="3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Real Life Applications of A* Search</a:t>
            </a:r>
            <a:endParaRPr/>
          </a:p>
        </p:txBody>
      </p:sp>
      <p:sp>
        <p:nvSpPr>
          <p:cNvPr id="697" name="Google Shape;697;p73"/>
          <p:cNvSpPr txBox="1"/>
          <p:nvPr>
            <p:ph idx="2" type="subTitle"/>
          </p:nvPr>
        </p:nvSpPr>
        <p:spPr>
          <a:xfrm>
            <a:off x="3545100" y="4829700"/>
            <a:ext cx="2053800" cy="3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References</a:t>
            </a:r>
            <a:endParaRPr/>
          </a:p>
        </p:txBody>
      </p:sp>
      <p:sp>
        <p:nvSpPr>
          <p:cNvPr id="698" name="Google Shape;698;p73"/>
          <p:cNvSpPr txBox="1"/>
          <p:nvPr>
            <p:ph idx="3" type="body"/>
          </p:nvPr>
        </p:nvSpPr>
        <p:spPr>
          <a:xfrm>
            <a:off x="3314000" y="288600"/>
            <a:ext cx="2391300" cy="137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000"/>
              <a:t>Russell, S. J., &amp; Norvig, P. (2021). Artificial Intelligence: a Modern Approach (4th ed.). Pearson.</a:t>
            </a:r>
            <a:endParaRPr sz="1000"/>
          </a:p>
          <a:p>
            <a:pPr indent="0" lvl="0" marL="0" rtl="0" algn="ctr">
              <a:spcBef>
                <a:spcPts val="0"/>
              </a:spcBef>
              <a:spcAft>
                <a:spcPts val="0"/>
              </a:spcAft>
              <a:buNone/>
            </a:pPr>
            <a:r>
              <a:t/>
            </a:r>
            <a:endParaRPr sz="400"/>
          </a:p>
          <a:p>
            <a:pPr indent="0" lvl="0" marL="0" rtl="0" algn="ctr">
              <a:spcBef>
                <a:spcPts val="0"/>
              </a:spcBef>
              <a:spcAft>
                <a:spcPts val="0"/>
              </a:spcAft>
              <a:buNone/>
            </a:pPr>
            <a:r>
              <a:rPr lang="en" sz="1000"/>
              <a:t>Russell, S., &amp; Norvig, P. (2022, August 22). Artificial Intelligence: A Modern Approach, 4th US ed. Aima.cs.berkeley.edu. </a:t>
            </a:r>
            <a:r>
              <a:rPr lang="en" sz="1000" u="sng">
                <a:solidFill>
                  <a:schemeClr val="hlink"/>
                </a:solidFill>
                <a:hlinkClick r:id="rId3"/>
              </a:rPr>
              <a:t>https://aima.cs.berkeley.edu/</a:t>
            </a:r>
            <a:endParaRPr sz="1000"/>
          </a:p>
        </p:txBody>
      </p:sp>
      <p:sp>
        <p:nvSpPr>
          <p:cNvPr id="699" name="Google Shape;699;p73"/>
          <p:cNvSpPr txBox="1"/>
          <p:nvPr>
            <p:ph type="title"/>
          </p:nvPr>
        </p:nvSpPr>
        <p:spPr>
          <a:xfrm>
            <a:off x="125700" y="134475"/>
            <a:ext cx="2517000" cy="137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References</a:t>
            </a:r>
            <a:endParaRPr sz="3000"/>
          </a:p>
        </p:txBody>
      </p:sp>
      <p:sp>
        <p:nvSpPr>
          <p:cNvPr id="700" name="Google Shape;700;p73"/>
          <p:cNvSpPr txBox="1"/>
          <p:nvPr>
            <p:ph idx="4" type="body"/>
          </p:nvPr>
        </p:nvSpPr>
        <p:spPr>
          <a:xfrm>
            <a:off x="3314050" y="1808985"/>
            <a:ext cx="2391300" cy="137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000"/>
              <a:t>Hart, P., Nilsson, N., &amp; Raphael, B. (1968). A Formal Basis for the Heuristic Determination of Minimum Cost Paths. IEEE Transactions on Systems Science and Cybernetics, 4(2), 100–107. </a:t>
            </a:r>
            <a:r>
              <a:rPr lang="en" sz="1000" u="sng">
                <a:solidFill>
                  <a:schemeClr val="hlink"/>
                </a:solidFill>
                <a:hlinkClick r:id="rId4"/>
              </a:rPr>
              <a:t>https://doi.org/10.1109/</a:t>
            </a:r>
            <a:endParaRPr/>
          </a:p>
          <a:p>
            <a:pPr indent="0" lvl="0" marL="0" rtl="0" algn="ctr">
              <a:spcBef>
                <a:spcPts val="0"/>
              </a:spcBef>
              <a:spcAft>
                <a:spcPts val="0"/>
              </a:spcAft>
              <a:buNone/>
            </a:pPr>
            <a:r>
              <a:rPr lang="en" sz="1000" u="sng">
                <a:solidFill>
                  <a:schemeClr val="hlink"/>
                </a:solidFill>
                <a:hlinkClick r:id="rId5"/>
              </a:rPr>
              <a:t>tssc.1968.300136</a:t>
            </a:r>
            <a:endParaRPr sz="1000"/>
          </a:p>
        </p:txBody>
      </p:sp>
      <p:sp>
        <p:nvSpPr>
          <p:cNvPr id="701" name="Google Shape;701;p73"/>
          <p:cNvSpPr txBox="1"/>
          <p:nvPr>
            <p:ph idx="5" type="body"/>
          </p:nvPr>
        </p:nvSpPr>
        <p:spPr>
          <a:xfrm>
            <a:off x="6502500" y="288300"/>
            <a:ext cx="2391300" cy="137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000"/>
              <a:t>Kabir R, Watanobe Y, Islam MR, Naruse K. Enhanced Robot Motion Block of A-Star Algorithm for Robotic Path Planning. Sensors. 2024; 24(5):1422. </a:t>
            </a:r>
            <a:r>
              <a:rPr lang="en" sz="1000" u="sng">
                <a:solidFill>
                  <a:schemeClr val="hlink"/>
                </a:solidFill>
                <a:hlinkClick r:id="rId6"/>
              </a:rPr>
              <a:t>https://doi.org/10.3390/s24051422</a:t>
            </a:r>
            <a:endParaRPr/>
          </a:p>
        </p:txBody>
      </p:sp>
      <p:sp>
        <p:nvSpPr>
          <p:cNvPr id="702" name="Google Shape;702;p73"/>
          <p:cNvSpPr txBox="1"/>
          <p:nvPr>
            <p:ph idx="6" type="body"/>
          </p:nvPr>
        </p:nvSpPr>
        <p:spPr>
          <a:xfrm>
            <a:off x="6502450" y="1808835"/>
            <a:ext cx="2391300" cy="137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000"/>
              <a:t>Cui, X., &amp; Shi, H. (2010, November). (PDF) A*-based Pathfinding in Modern Computer Games. ResearchGate. </a:t>
            </a:r>
            <a:r>
              <a:rPr lang="en" sz="1000" u="sng">
                <a:solidFill>
                  <a:schemeClr val="hlink"/>
                </a:solidFill>
                <a:hlinkClick r:id="rId7"/>
              </a:rPr>
              <a:t>https://www.researchgate.net/</a:t>
            </a:r>
            <a:endParaRPr/>
          </a:p>
          <a:p>
            <a:pPr indent="0" lvl="0" marL="0" rtl="0" algn="ctr">
              <a:spcBef>
                <a:spcPts val="0"/>
              </a:spcBef>
              <a:spcAft>
                <a:spcPts val="0"/>
              </a:spcAft>
              <a:buNone/>
            </a:pPr>
            <a:r>
              <a:rPr lang="en" sz="1000" u="sng">
                <a:solidFill>
                  <a:schemeClr val="hlink"/>
                </a:solidFill>
                <a:hlinkClick r:id="rId8"/>
              </a:rPr>
              <a:t>publication/267809499_A-based_Pathfinding_in_Modern_Computer_Games</a:t>
            </a:r>
            <a:endParaRPr/>
          </a:p>
        </p:txBody>
      </p:sp>
      <p:sp>
        <p:nvSpPr>
          <p:cNvPr id="703" name="Google Shape;703;p73"/>
          <p:cNvSpPr txBox="1"/>
          <p:nvPr>
            <p:ph idx="7" type="body"/>
          </p:nvPr>
        </p:nvSpPr>
        <p:spPr>
          <a:xfrm>
            <a:off x="3314000" y="3329144"/>
            <a:ext cx="2391300" cy="137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000"/>
              <a:t>Red Blob Games. (2014). Red Blob Games: Introduction to A*. Redblobgames.com. </a:t>
            </a:r>
            <a:r>
              <a:rPr lang="en" sz="1000" u="sng">
                <a:solidFill>
                  <a:schemeClr val="hlink"/>
                </a:solidFill>
                <a:hlinkClick r:id="rId9"/>
              </a:rPr>
              <a:t>https://www.redblobgames.com/</a:t>
            </a:r>
            <a:endParaRPr/>
          </a:p>
          <a:p>
            <a:pPr indent="0" lvl="0" marL="0" rtl="0" algn="ctr">
              <a:spcBef>
                <a:spcPts val="0"/>
              </a:spcBef>
              <a:spcAft>
                <a:spcPts val="0"/>
              </a:spcAft>
              <a:buNone/>
            </a:pPr>
            <a:r>
              <a:rPr lang="en" sz="1000" u="sng">
                <a:solidFill>
                  <a:schemeClr val="hlink"/>
                </a:solidFill>
                <a:hlinkClick r:id="rId10"/>
              </a:rPr>
              <a:t>pathfinding/a-star/introduction.html</a:t>
            </a:r>
            <a:endParaRPr/>
          </a:p>
        </p:txBody>
      </p:sp>
      <p:sp>
        <p:nvSpPr>
          <p:cNvPr id="704" name="Google Shape;704;p73"/>
          <p:cNvSpPr txBox="1"/>
          <p:nvPr>
            <p:ph idx="8" type="body"/>
          </p:nvPr>
        </p:nvSpPr>
        <p:spPr>
          <a:xfrm>
            <a:off x="6502450" y="3328994"/>
            <a:ext cx="2391300" cy="1371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000"/>
              <a:t>Welcome To Zscaler Directory Authentication. (2026). Geowgs84.Ai. </a:t>
            </a:r>
            <a:r>
              <a:rPr lang="en" sz="1000" u="sng">
                <a:solidFill>
                  <a:schemeClr val="lt1"/>
                </a:solidFill>
                <a:hlinkClick r:id="rId11">
                  <a:extLst>
                    <a:ext uri="{A12FA001-AC4F-418D-AE19-62706E023703}">
                      <ahyp:hlinkClr val="tx"/>
                    </a:ext>
                  </a:extLst>
                </a:hlinkClick>
              </a:rPr>
              <a:t>https://www.geowgs84.ai/post/</a:t>
            </a:r>
            <a:endParaRPr>
              <a:solidFill>
                <a:schemeClr val="lt1"/>
              </a:solidFill>
            </a:endParaRPr>
          </a:p>
          <a:p>
            <a:pPr indent="0" lvl="0" marL="0" rtl="0" algn="ctr">
              <a:spcBef>
                <a:spcPts val="0"/>
              </a:spcBef>
              <a:spcAft>
                <a:spcPts val="0"/>
              </a:spcAft>
              <a:buNone/>
            </a:pPr>
            <a:r>
              <a:rPr lang="en" sz="1000" u="sng">
                <a:solidFill>
                  <a:schemeClr val="lt1"/>
                </a:solidFill>
                <a:hlinkClick r:id="rId12">
                  <a:extLst>
                    <a:ext uri="{A12FA001-AC4F-418D-AE19-62706E023703}">
                      <ahyp:hlinkClr val="tx"/>
                    </a:ext>
                  </a:extLst>
                </a:hlinkClick>
              </a:rPr>
              <a:t>what-is-the-a-a-star-algorithm</a:t>
            </a:r>
            <a:endParaRPr>
              <a:solidFill>
                <a:schemeClr val="lt1"/>
              </a:solidFill>
            </a:endParaRPr>
          </a:p>
        </p:txBody>
      </p:sp>
      <p:sp>
        <p:nvSpPr>
          <p:cNvPr id="705" name="Google Shape;705;p73"/>
          <p:cNvSpPr txBox="1"/>
          <p:nvPr>
            <p:ph idx="12" type="sldNum"/>
          </p:nvPr>
        </p:nvSpPr>
        <p:spPr>
          <a:xfrm>
            <a:off x="8526500" y="4822375"/>
            <a:ext cx="490500" cy="321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cxnSp>
        <p:nvCxnSpPr>
          <p:cNvPr id="706" name="Google Shape;706;p73"/>
          <p:cNvCxnSpPr/>
          <p:nvPr/>
        </p:nvCxnSpPr>
        <p:spPr>
          <a:xfrm>
            <a:off x="3437625" y="820275"/>
            <a:ext cx="21267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ject Retrospective">
  <a:themeElements>
    <a:clrScheme name="Simple Light">
      <a:dk1>
        <a:srgbClr val="303030"/>
      </a:dk1>
      <a:lt1>
        <a:srgbClr val="F6F6F1"/>
      </a:lt1>
      <a:dk2>
        <a:srgbClr val="E1783D"/>
      </a:dk2>
      <a:lt2>
        <a:srgbClr val="EDAD51"/>
      </a:lt2>
      <a:accent1>
        <a:srgbClr val="EAEBBA"/>
      </a:accent1>
      <a:accent2>
        <a:srgbClr val="A5B4A5"/>
      </a:accent2>
      <a:accent3>
        <a:srgbClr val="78909C"/>
      </a:accent3>
      <a:accent4>
        <a:srgbClr val="496649"/>
      </a:accent4>
      <a:accent5>
        <a:srgbClr val="303030"/>
      </a:accent5>
      <a:accent6>
        <a:srgbClr val="F6F6F1"/>
      </a:accent6>
      <a:hlink>
        <a:srgbClr val="E1783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