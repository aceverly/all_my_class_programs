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6576000" cy="29260800"/>
  <p:notesSz cx="9296400" cy="147828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65"/>
    <a:srgbClr val="0064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97854-9839-5D71-CFD9-64E8A6B8D68E}" v="78" dt="2026-04-20T23:47:43.229"/>
    <p1510:client id="{99821B5E-96D3-0946-D042-94C2C67800A7}" v="156" dt="2026-04-20T23:36:10.088"/>
    <p1510:client id="{D23ECBB0-C6B4-4F4C-8F46-F721BA01CB26}" v="1" dt="2026-04-20T15:10:56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Ryan" userId="S::rxd2627@mavs.uta.edu::69876ea4-fd1d-4a4c-9d57-d0d54278271f" providerId="AD" clId="Web-{B1012B95-231F-DE10-137E-6052E2FF2691}"/>
    <pc:docChg chg="modSld">
      <pc:chgData name="Davis, Ryan" userId="S::rxd2627@mavs.uta.edu::69876ea4-fd1d-4a4c-9d57-d0d54278271f" providerId="AD" clId="Web-{B1012B95-231F-DE10-137E-6052E2FF2691}" dt="2026-04-15T18:41:02.874" v="217" actId="1076"/>
      <pc:docMkLst>
        <pc:docMk/>
      </pc:docMkLst>
      <pc:sldChg chg="addSp delSp modSp">
        <pc:chgData name="Davis, Ryan" userId="S::rxd2627@mavs.uta.edu::69876ea4-fd1d-4a4c-9d57-d0d54278271f" providerId="AD" clId="Web-{B1012B95-231F-DE10-137E-6052E2FF2691}" dt="2026-04-15T18:41:02.874" v="217" actId="1076"/>
        <pc:sldMkLst>
          <pc:docMk/>
          <pc:sldMk cId="1104936450" sldId="256"/>
        </pc:sldMkLst>
        <pc:spChg chg="mod">
          <ac:chgData name="Davis, Ryan" userId="S::rxd2627@mavs.uta.edu::69876ea4-fd1d-4a4c-9d57-d0d54278271f" providerId="AD" clId="Web-{B1012B95-231F-DE10-137E-6052E2FF2691}" dt="2026-04-15T18:37:27.340" v="113" actId="1076"/>
          <ac:spMkLst>
            <pc:docMk/>
            <pc:sldMk cId="1104936450" sldId="256"/>
            <ac:spMk id="5" creationId="{52938AF5-9144-DC2E-182B-4A4D905B36D7}"/>
          </ac:spMkLst>
        </pc:spChg>
        <pc:spChg chg="mod">
          <ac:chgData name="Davis, Ryan" userId="S::rxd2627@mavs.uta.edu::69876ea4-fd1d-4a4c-9d57-d0d54278271f" providerId="AD" clId="Web-{B1012B95-231F-DE10-137E-6052E2FF2691}" dt="2026-04-15T18:36:19.980" v="73" actId="20577"/>
          <ac:spMkLst>
            <pc:docMk/>
            <pc:sldMk cId="1104936450" sldId="256"/>
            <ac:spMk id="7" creationId="{857E3760-E4AF-2391-4544-8ADF85671DC2}"/>
          </ac:spMkLst>
        </pc:spChg>
        <pc:spChg chg="mod">
          <ac:chgData name="Davis, Ryan" userId="S::rxd2627@mavs.uta.edu::69876ea4-fd1d-4a4c-9d57-d0d54278271f" providerId="AD" clId="Web-{B1012B95-231F-DE10-137E-6052E2FF2691}" dt="2026-04-15T18:38:03.559" v="163" actId="20577"/>
          <ac:spMkLst>
            <pc:docMk/>
            <pc:sldMk cId="1104936450" sldId="256"/>
            <ac:spMk id="15" creationId="{AE372D62-1DF9-AC58-1CEB-736B5FA49A70}"/>
          </ac:spMkLst>
        </pc:spChg>
        <pc:spChg chg="mod">
          <ac:chgData name="Davis, Ryan" userId="S::rxd2627@mavs.uta.edu::69876ea4-fd1d-4a4c-9d57-d0d54278271f" providerId="AD" clId="Web-{B1012B95-231F-DE10-137E-6052E2FF2691}" dt="2026-04-15T18:37:23.574" v="112" actId="1076"/>
          <ac:spMkLst>
            <pc:docMk/>
            <pc:sldMk cId="1104936450" sldId="256"/>
            <ac:spMk id="25" creationId="{701C8C57-32AA-8A60-E121-36D1425EE3B3}"/>
          </ac:spMkLst>
        </pc:spChg>
        <pc:spChg chg="mod">
          <ac:chgData name="Davis, Ryan" userId="S::rxd2627@mavs.uta.edu::69876ea4-fd1d-4a4c-9d57-d0d54278271f" providerId="AD" clId="Web-{B1012B95-231F-DE10-137E-6052E2FF2691}" dt="2026-04-15T18:37:13.152" v="110" actId="1076"/>
          <ac:spMkLst>
            <pc:docMk/>
            <pc:sldMk cId="1104936450" sldId="256"/>
            <ac:spMk id="29" creationId="{EFA16AD5-10A6-454D-2B42-0698776D3BA3}"/>
          </ac:spMkLst>
        </pc:spChg>
        <pc:spChg chg="mod">
          <ac:chgData name="Davis, Ryan" userId="S::rxd2627@mavs.uta.edu::69876ea4-fd1d-4a4c-9d57-d0d54278271f" providerId="AD" clId="Web-{B1012B95-231F-DE10-137E-6052E2FF2691}" dt="2026-04-15T18:37:47.074" v="141" actId="20577"/>
          <ac:spMkLst>
            <pc:docMk/>
            <pc:sldMk cId="1104936450" sldId="256"/>
            <ac:spMk id="30" creationId="{59404F88-F4A6-D04C-97AF-DF4161437255}"/>
          </ac:spMkLst>
        </pc:spChg>
        <pc:spChg chg="mod">
          <ac:chgData name="Davis, Ryan" userId="S::rxd2627@mavs.uta.edu::69876ea4-fd1d-4a4c-9d57-d0d54278271f" providerId="AD" clId="Web-{B1012B95-231F-DE10-137E-6052E2FF2691}" dt="2026-04-15T18:38:27.122" v="169" actId="20577"/>
          <ac:spMkLst>
            <pc:docMk/>
            <pc:sldMk cId="1104936450" sldId="256"/>
            <ac:spMk id="40" creationId="{E5E32D45-850C-8311-F3EB-B5F50F5DD655}"/>
          </ac:spMkLst>
        </pc:spChg>
        <pc:spChg chg="mod">
          <ac:chgData name="Davis, Ryan" userId="S::rxd2627@mavs.uta.edu::69876ea4-fd1d-4a4c-9d57-d0d54278271f" providerId="AD" clId="Web-{B1012B95-231F-DE10-137E-6052E2FF2691}" dt="2026-04-15T18:40:12.576" v="213" actId="20577"/>
          <ac:spMkLst>
            <pc:docMk/>
            <pc:sldMk cId="1104936450" sldId="256"/>
            <ac:spMk id="41" creationId="{B2AC4885-15A9-18CA-4684-D6A4975AD09C}"/>
          </ac:spMkLst>
        </pc:spChg>
        <pc:spChg chg="mod">
          <ac:chgData name="Davis, Ryan" userId="S::rxd2627@mavs.uta.edu::69876ea4-fd1d-4a4c-9d57-d0d54278271f" providerId="AD" clId="Web-{B1012B95-231F-DE10-137E-6052E2FF2691}" dt="2026-04-15T18:32:43.261" v="2" actId="20577"/>
          <ac:spMkLst>
            <pc:docMk/>
            <pc:sldMk cId="1104936450" sldId="256"/>
            <ac:spMk id="68" creationId="{8F7EDE2C-05CA-47A7-F7E1-9E37800C3081}"/>
          </ac:spMkLst>
        </pc:spChg>
        <pc:picChg chg="add mod">
          <ac:chgData name="Davis, Ryan" userId="S::rxd2627@mavs.uta.edu::69876ea4-fd1d-4a4c-9d57-d0d54278271f" providerId="AD" clId="Web-{B1012B95-231F-DE10-137E-6052E2FF2691}" dt="2026-04-15T18:35:52.840" v="9" actId="1076"/>
          <ac:picMkLst>
            <pc:docMk/>
            <pc:sldMk cId="1104936450" sldId="256"/>
            <ac:picMk id="4" creationId="{D5AC252B-A1D7-22B0-8A10-0952CA5B3359}"/>
          </ac:picMkLst>
        </pc:picChg>
        <pc:picChg chg="add mod">
          <ac:chgData name="Davis, Ryan" userId="S::rxd2627@mavs.uta.edu::69876ea4-fd1d-4a4c-9d57-d0d54278271f" providerId="AD" clId="Web-{B1012B95-231F-DE10-137E-6052E2FF2691}" dt="2026-04-15T18:41:02.874" v="217" actId="1076"/>
          <ac:picMkLst>
            <pc:docMk/>
            <pc:sldMk cId="1104936450" sldId="256"/>
            <ac:picMk id="8" creationId="{007460EE-C826-E902-C4B9-709915E01BF9}"/>
          </ac:picMkLst>
        </pc:picChg>
      </pc:sldChg>
    </pc:docChg>
  </pc:docChgLst>
  <pc:docChgLst>
    <pc:chgData name="Everly, Adalynn Cadence" userId="S::adalynn.everly@mavs.uta.edu::7dd9562e-28f9-48b5-8cd5-72b4e6fadffc" providerId="AD" clId="Web-{BB01AFA5-5B4D-A6F6-CC74-0994A92758EC}"/>
    <pc:docChg chg="modSld">
      <pc:chgData name="Everly, Adalynn Cadence" userId="S::adalynn.everly@mavs.uta.edu::7dd9562e-28f9-48b5-8cd5-72b4e6fadffc" providerId="AD" clId="Web-{BB01AFA5-5B4D-A6F6-CC74-0994A92758EC}" dt="2026-04-15T18:04:37.762" v="59" actId="20577"/>
      <pc:docMkLst>
        <pc:docMk/>
      </pc:docMkLst>
      <pc:sldChg chg="modSp">
        <pc:chgData name="Everly, Adalynn Cadence" userId="S::adalynn.everly@mavs.uta.edu::7dd9562e-28f9-48b5-8cd5-72b4e6fadffc" providerId="AD" clId="Web-{BB01AFA5-5B4D-A6F6-CC74-0994A92758EC}" dt="2026-04-15T18:04:37.762" v="59" actId="20577"/>
        <pc:sldMkLst>
          <pc:docMk/>
          <pc:sldMk cId="1104936450" sldId="256"/>
        </pc:sldMkLst>
        <pc:spChg chg="mod">
          <ac:chgData name="Everly, Adalynn Cadence" userId="S::adalynn.everly@mavs.uta.edu::7dd9562e-28f9-48b5-8cd5-72b4e6fadffc" providerId="AD" clId="Web-{BB01AFA5-5B4D-A6F6-CC74-0994A92758EC}" dt="2026-04-15T18:02:29.620" v="32" actId="14100"/>
          <ac:spMkLst>
            <pc:docMk/>
            <pc:sldMk cId="1104936450" sldId="256"/>
            <ac:spMk id="32" creationId="{6164446C-1868-2117-3314-F05A5E8201F3}"/>
          </ac:spMkLst>
        </pc:spChg>
        <pc:spChg chg="mod">
          <ac:chgData name="Everly, Adalynn Cadence" userId="S::adalynn.everly@mavs.uta.edu::7dd9562e-28f9-48b5-8cd5-72b4e6fadffc" providerId="AD" clId="Web-{BB01AFA5-5B4D-A6F6-CC74-0994A92758EC}" dt="2026-04-15T18:03:35.792" v="46" actId="20577"/>
          <ac:spMkLst>
            <pc:docMk/>
            <pc:sldMk cId="1104936450" sldId="256"/>
            <ac:spMk id="40" creationId="{E5E32D45-850C-8311-F3EB-B5F50F5DD655}"/>
          </ac:spMkLst>
        </pc:spChg>
        <pc:spChg chg="mod">
          <ac:chgData name="Everly, Adalynn Cadence" userId="S::adalynn.everly@mavs.uta.edu::7dd9562e-28f9-48b5-8cd5-72b4e6fadffc" providerId="AD" clId="Web-{BB01AFA5-5B4D-A6F6-CC74-0994A92758EC}" dt="2026-04-15T18:04:37.762" v="59" actId="20577"/>
          <ac:spMkLst>
            <pc:docMk/>
            <pc:sldMk cId="1104936450" sldId="256"/>
            <ac:spMk id="41" creationId="{B2AC4885-15A9-18CA-4684-D6A4975AD09C}"/>
          </ac:spMkLst>
        </pc:spChg>
      </pc:sldChg>
    </pc:docChg>
  </pc:docChgLst>
  <pc:docChgLst>
    <pc:chgData name="Davis, Ryan" userId="S::rxd2627@mavs.uta.edu::69876ea4-fd1d-4a4c-9d57-d0d54278271f" providerId="AD" clId="Web-{50897854-9839-5D71-CFD9-64E8A6B8D68E}"/>
    <pc:docChg chg="modSld">
      <pc:chgData name="Davis, Ryan" userId="S::rxd2627@mavs.uta.edu::69876ea4-fd1d-4a4c-9d57-d0d54278271f" providerId="AD" clId="Web-{50897854-9839-5D71-CFD9-64E8A6B8D68E}" dt="2026-04-20T23:47:39.869" v="46" actId="20577"/>
      <pc:docMkLst>
        <pc:docMk/>
      </pc:docMkLst>
      <pc:sldChg chg="addSp modSp">
        <pc:chgData name="Davis, Ryan" userId="S::rxd2627@mavs.uta.edu::69876ea4-fd1d-4a4c-9d57-d0d54278271f" providerId="AD" clId="Web-{50897854-9839-5D71-CFD9-64E8A6B8D68E}" dt="2026-04-20T23:47:39.869" v="46" actId="20577"/>
        <pc:sldMkLst>
          <pc:docMk/>
          <pc:sldMk cId="1104936450" sldId="256"/>
        </pc:sldMkLst>
        <pc:spChg chg="add mod">
          <ac:chgData name="Davis, Ryan" userId="S::rxd2627@mavs.uta.edu::69876ea4-fd1d-4a4c-9d57-d0d54278271f" providerId="AD" clId="Web-{50897854-9839-5D71-CFD9-64E8A6B8D68E}" dt="2026-04-20T23:47:39.869" v="46" actId="20577"/>
          <ac:spMkLst>
            <pc:docMk/>
            <pc:sldMk cId="1104936450" sldId="256"/>
            <ac:spMk id="10" creationId="{B3B4EFA9-D563-A247-DFB0-A64F63F93B13}"/>
          </ac:spMkLst>
        </pc:spChg>
        <pc:spChg chg="mod">
          <ac:chgData name="Davis, Ryan" userId="S::rxd2627@mavs.uta.edu::69876ea4-fd1d-4a4c-9d57-d0d54278271f" providerId="AD" clId="Web-{50897854-9839-5D71-CFD9-64E8A6B8D68E}" dt="2026-04-20T23:47:09.603" v="41" actId="1076"/>
          <ac:spMkLst>
            <pc:docMk/>
            <pc:sldMk cId="1104936450" sldId="256"/>
            <ac:spMk id="48" creationId="{E53CB03C-05D0-5D75-961F-FE9FA7FA445D}"/>
          </ac:spMkLst>
        </pc:spChg>
      </pc:sldChg>
    </pc:docChg>
  </pc:docChgLst>
  <pc:docChgLst>
    <pc:chgData name="Everly, Adalynn Cadence" userId="S::adalynn.everly@mavs.uta.edu::7dd9562e-28f9-48b5-8cd5-72b4e6fadffc" providerId="AD" clId="Web-{298DD41C-4546-433F-D52B-F5F161B017E0}"/>
    <pc:docChg chg="modSld">
      <pc:chgData name="Everly, Adalynn Cadence" userId="S::adalynn.everly@mavs.uta.edu::7dd9562e-28f9-48b5-8cd5-72b4e6fadffc" providerId="AD" clId="Web-{298DD41C-4546-433F-D52B-F5F161B017E0}" dt="2026-04-09T03:28:20.615" v="3" actId="14100"/>
      <pc:docMkLst>
        <pc:docMk/>
      </pc:docMkLst>
      <pc:sldChg chg="addSp modSp">
        <pc:chgData name="Everly, Adalynn Cadence" userId="S::adalynn.everly@mavs.uta.edu::7dd9562e-28f9-48b5-8cd5-72b4e6fadffc" providerId="AD" clId="Web-{298DD41C-4546-433F-D52B-F5F161B017E0}" dt="2026-04-09T03:28:20.615" v="3" actId="14100"/>
        <pc:sldMkLst>
          <pc:docMk/>
          <pc:sldMk cId="1104936450" sldId="256"/>
        </pc:sldMkLst>
        <pc:picChg chg="add mod">
          <ac:chgData name="Everly, Adalynn Cadence" userId="S::adalynn.everly@mavs.uta.edu::7dd9562e-28f9-48b5-8cd5-72b4e6fadffc" providerId="AD" clId="Web-{298DD41C-4546-433F-D52B-F5F161B017E0}" dt="2026-04-09T03:28:20.615" v="3" actId="14100"/>
          <ac:picMkLst>
            <pc:docMk/>
            <pc:sldMk cId="1104936450" sldId="256"/>
            <ac:picMk id="3" creationId="{E73AF223-76EF-9FE8-DD8F-9DF932DED660}"/>
          </ac:picMkLst>
        </pc:picChg>
      </pc:sldChg>
    </pc:docChg>
  </pc:docChgLst>
  <pc:docChgLst>
    <pc:chgData name="Everly, Adalynn Cadence" userId="S::adalynn.everly@mavs.uta.edu::7dd9562e-28f9-48b5-8cd5-72b4e6fadffc" providerId="AD" clId="Web-{99821B5E-96D3-0946-D042-94C2C67800A7}"/>
    <pc:docChg chg="modSld">
      <pc:chgData name="Everly, Adalynn Cadence" userId="S::adalynn.everly@mavs.uta.edu::7dd9562e-28f9-48b5-8cd5-72b4e6fadffc" providerId="AD" clId="Web-{99821B5E-96D3-0946-D042-94C2C67800A7}" dt="2026-04-20T23:36:02.541" v="110" actId="20577"/>
      <pc:docMkLst>
        <pc:docMk/>
      </pc:docMkLst>
      <pc:sldChg chg="addSp delSp modSp">
        <pc:chgData name="Everly, Adalynn Cadence" userId="S::adalynn.everly@mavs.uta.edu::7dd9562e-28f9-48b5-8cd5-72b4e6fadffc" providerId="AD" clId="Web-{99821B5E-96D3-0946-D042-94C2C67800A7}" dt="2026-04-20T23:36:02.541" v="110" actId="20577"/>
        <pc:sldMkLst>
          <pc:docMk/>
          <pc:sldMk cId="1104936450" sldId="256"/>
        </pc:sldMkLst>
        <pc:spChg chg="add del">
          <ac:chgData name="Everly, Adalynn Cadence" userId="S::adalynn.everly@mavs.uta.edu::7dd9562e-28f9-48b5-8cd5-72b4e6fadffc" providerId="AD" clId="Web-{99821B5E-96D3-0946-D042-94C2C67800A7}" dt="2026-04-20T23:06:21.491" v="19"/>
          <ac:spMkLst>
            <pc:docMk/>
            <pc:sldMk cId="1104936450" sldId="256"/>
            <ac:spMk id="10" creationId="{347293E8-E9B3-3942-1EF1-36837AFA07E9}"/>
          </ac:spMkLst>
        </pc:spChg>
        <pc:spChg chg="add mod">
          <ac:chgData name="Everly, Adalynn Cadence" userId="S::adalynn.everly@mavs.uta.edu::7dd9562e-28f9-48b5-8cd5-72b4e6fadffc" providerId="AD" clId="Web-{99821B5E-96D3-0946-D042-94C2C67800A7}" dt="2026-04-20T23:32:28.276" v="89" actId="20577"/>
          <ac:spMkLst>
            <pc:docMk/>
            <pc:sldMk cId="1104936450" sldId="256"/>
            <ac:spMk id="11" creationId="{47180E06-7911-5D6F-65A4-EC07C98EF967}"/>
          </ac:spMkLst>
        </pc:spChg>
        <pc:spChg chg="add mod">
          <ac:chgData name="Everly, Adalynn Cadence" userId="S::adalynn.everly@mavs.uta.edu::7dd9562e-28f9-48b5-8cd5-72b4e6fadffc" providerId="AD" clId="Web-{99821B5E-96D3-0946-D042-94C2C67800A7}" dt="2026-04-20T23:32:15.901" v="88" actId="20577"/>
          <ac:spMkLst>
            <pc:docMk/>
            <pc:sldMk cId="1104936450" sldId="256"/>
            <ac:spMk id="12" creationId="{79C7A255-3E9B-A61C-7BBE-3DE15D4E64F6}"/>
          </ac:spMkLst>
        </pc:spChg>
        <pc:spChg chg="add mod">
          <ac:chgData name="Everly, Adalynn Cadence" userId="S::adalynn.everly@mavs.uta.edu::7dd9562e-28f9-48b5-8cd5-72b4e6fadffc" providerId="AD" clId="Web-{99821B5E-96D3-0946-D042-94C2C67800A7}" dt="2026-04-20T23:34:27.782" v="100" actId="20577"/>
          <ac:spMkLst>
            <pc:docMk/>
            <pc:sldMk cId="1104936450" sldId="256"/>
            <ac:spMk id="16" creationId="{E74EC46B-3A31-2449-049D-A55C0A433C36}"/>
          </ac:spMkLst>
        </pc:spChg>
        <pc:spChg chg="add mod">
          <ac:chgData name="Everly, Adalynn Cadence" userId="S::adalynn.everly@mavs.uta.edu::7dd9562e-28f9-48b5-8cd5-72b4e6fadffc" providerId="AD" clId="Web-{99821B5E-96D3-0946-D042-94C2C67800A7}" dt="2026-04-20T23:36:02.541" v="110" actId="20577"/>
          <ac:spMkLst>
            <pc:docMk/>
            <pc:sldMk cId="1104936450" sldId="256"/>
            <ac:spMk id="17" creationId="{ECDB5F9C-DEC8-88E2-A82B-D05520AC2737}"/>
          </ac:spMkLst>
        </pc:spChg>
        <pc:spChg chg="mod">
          <ac:chgData name="Everly, Adalynn Cadence" userId="S::adalynn.everly@mavs.uta.edu::7dd9562e-28f9-48b5-8cd5-72b4e6fadffc" providerId="AD" clId="Web-{99821B5E-96D3-0946-D042-94C2C67800A7}" dt="2026-04-20T23:33:16.933" v="92" actId="1076"/>
          <ac:spMkLst>
            <pc:docMk/>
            <pc:sldMk cId="1104936450" sldId="256"/>
            <ac:spMk id="25" creationId="{701C8C57-32AA-8A60-E121-36D1425EE3B3}"/>
          </ac:spMkLst>
        </pc:spChg>
        <pc:spChg chg="mod">
          <ac:chgData name="Everly, Adalynn Cadence" userId="S::adalynn.everly@mavs.uta.edu::7dd9562e-28f9-48b5-8cd5-72b4e6fadffc" providerId="AD" clId="Web-{99821B5E-96D3-0946-D042-94C2C67800A7}" dt="2026-04-20T23:05:40.178" v="15" actId="20577"/>
          <ac:spMkLst>
            <pc:docMk/>
            <pc:sldMk cId="1104936450" sldId="256"/>
            <ac:spMk id="41" creationId="{B2AC4885-15A9-18CA-4684-D6A4975AD09C}"/>
          </ac:spMkLst>
        </pc:spChg>
        <pc:spChg chg="mod">
          <ac:chgData name="Everly, Adalynn Cadence" userId="S::adalynn.everly@mavs.uta.edu::7dd9562e-28f9-48b5-8cd5-72b4e6fadffc" providerId="AD" clId="Web-{99821B5E-96D3-0946-D042-94C2C67800A7}" dt="2026-04-20T23:26:36.891" v="68" actId="20577"/>
          <ac:spMkLst>
            <pc:docMk/>
            <pc:sldMk cId="1104936450" sldId="256"/>
            <ac:spMk id="68" creationId="{8F7EDE2C-05CA-47A7-F7E1-9E37800C3081}"/>
          </ac:spMkLst>
        </pc:spChg>
        <pc:picChg chg="mod">
          <ac:chgData name="Everly, Adalynn Cadence" userId="S::adalynn.everly@mavs.uta.edu::7dd9562e-28f9-48b5-8cd5-72b4e6fadffc" providerId="AD" clId="Web-{99821B5E-96D3-0946-D042-94C2C67800A7}" dt="2026-04-20T23:35:22.069" v="104" actId="1076"/>
          <ac:picMkLst>
            <pc:docMk/>
            <pc:sldMk cId="1104936450" sldId="256"/>
            <ac:picMk id="4" creationId="{D5AC252B-A1D7-22B0-8A10-0952CA5B3359}"/>
          </ac:picMkLst>
        </pc:picChg>
        <pc:picChg chg="mod">
          <ac:chgData name="Everly, Adalynn Cadence" userId="S::adalynn.everly@mavs.uta.edu::7dd9562e-28f9-48b5-8cd5-72b4e6fadffc" providerId="AD" clId="Web-{99821B5E-96D3-0946-D042-94C2C67800A7}" dt="2026-04-20T23:26:19.515" v="66" actId="1076"/>
          <ac:picMkLst>
            <pc:docMk/>
            <pc:sldMk cId="1104936450" sldId="256"/>
            <ac:picMk id="8" creationId="{007460EE-C826-E902-C4B9-709915E01BF9}"/>
          </ac:picMkLst>
        </pc:picChg>
        <pc:picChg chg="mod modCrop">
          <ac:chgData name="Everly, Adalynn Cadence" userId="S::adalynn.everly@mavs.uta.edu::7dd9562e-28f9-48b5-8cd5-72b4e6fadffc" providerId="AD" clId="Web-{99821B5E-96D3-0946-D042-94C2C67800A7}" dt="2026-04-20T23:30:22.961" v="79"/>
          <ac:picMkLst>
            <pc:docMk/>
            <pc:sldMk cId="1104936450" sldId="256"/>
            <ac:picMk id="9" creationId="{D792C746-3F28-83AE-A561-2572C893CD13}"/>
          </ac:picMkLst>
        </pc:picChg>
        <pc:picChg chg="mod modCrop">
          <ac:chgData name="Everly, Adalynn Cadence" userId="S::adalynn.everly@mavs.uta.edu::7dd9562e-28f9-48b5-8cd5-72b4e6fadffc" providerId="AD" clId="Web-{99821B5E-96D3-0946-D042-94C2C67800A7}" dt="2026-04-20T23:31:51.369" v="86" actId="1076"/>
          <ac:picMkLst>
            <pc:docMk/>
            <pc:sldMk cId="1104936450" sldId="256"/>
            <ac:picMk id="13" creationId="{C1B0A07E-0700-0C03-5422-E089805ECE42}"/>
          </ac:picMkLst>
        </pc:picChg>
      </pc:sldChg>
    </pc:docChg>
  </pc:docChgLst>
  <pc:docChgLst>
    <pc:chgData name="Wang, Chenxi" userId="806ff30c-ab1b-49cb-a1f8-a62f80ffdf21" providerId="ADAL" clId="{51D6012F-1988-4CEB-950F-D0781BCAD84D}"/>
    <pc:docChg chg="undo custSel modSld">
      <pc:chgData name="Wang, Chenxi" userId="806ff30c-ab1b-49cb-a1f8-a62f80ffdf21" providerId="ADAL" clId="{51D6012F-1988-4CEB-950F-D0781BCAD84D}" dt="2026-03-23T13:44:42.132" v="115" actId="1037"/>
      <pc:docMkLst>
        <pc:docMk/>
      </pc:docMkLst>
      <pc:sldChg chg="addSp modSp mod">
        <pc:chgData name="Wang, Chenxi" userId="806ff30c-ab1b-49cb-a1f8-a62f80ffdf21" providerId="ADAL" clId="{51D6012F-1988-4CEB-950F-D0781BCAD84D}" dt="2026-03-23T13:44:42.132" v="115" actId="1037"/>
        <pc:sldMkLst>
          <pc:docMk/>
          <pc:sldMk cId="1104936450" sldId="256"/>
        </pc:sldMkLst>
        <pc:spChg chg="add mod">
          <ac:chgData name="Wang, Chenxi" userId="806ff30c-ab1b-49cb-a1f8-a62f80ffdf21" providerId="ADAL" clId="{51D6012F-1988-4CEB-950F-D0781BCAD84D}" dt="2026-03-23T13:44:42.132" v="115" actId="1037"/>
          <ac:spMkLst>
            <pc:docMk/>
            <pc:sldMk cId="1104936450" sldId="256"/>
            <ac:spMk id="2" creationId="{3DDCD76F-26E0-D0A0-EE84-97DD5A5688D9}"/>
          </ac:spMkLst>
        </pc:spChg>
        <pc:spChg chg="mod">
          <ac:chgData name="Wang, Chenxi" userId="806ff30c-ab1b-49cb-a1f8-a62f80ffdf21" providerId="ADAL" clId="{51D6012F-1988-4CEB-950F-D0781BCAD84D}" dt="2026-03-23T13:44:33.376" v="110" actId="1036"/>
          <ac:spMkLst>
            <pc:docMk/>
            <pc:sldMk cId="1104936450" sldId="256"/>
            <ac:spMk id="26" creationId="{33F52266-E4C8-D671-3222-B88C24D13C15}"/>
          </ac:spMkLst>
        </pc:spChg>
        <pc:spChg chg="mod">
          <ac:chgData name="Wang, Chenxi" userId="806ff30c-ab1b-49cb-a1f8-a62f80ffdf21" providerId="ADAL" clId="{51D6012F-1988-4CEB-950F-D0781BCAD84D}" dt="2026-03-23T13:44:39.084" v="112" actId="1076"/>
          <ac:spMkLst>
            <pc:docMk/>
            <pc:sldMk cId="1104936450" sldId="256"/>
            <ac:spMk id="54" creationId="{0CA963AD-3660-FDC1-4C46-30556C89DD4C}"/>
          </ac:spMkLst>
        </pc:spChg>
        <pc:spChg chg="mod">
          <ac:chgData name="Wang, Chenxi" userId="806ff30c-ab1b-49cb-a1f8-a62f80ffdf21" providerId="ADAL" clId="{51D6012F-1988-4CEB-950F-D0781BCAD84D}" dt="2026-03-23T13:41:57.956" v="62" actId="403"/>
          <ac:spMkLst>
            <pc:docMk/>
            <pc:sldMk cId="1104936450" sldId="256"/>
            <ac:spMk id="78" creationId="{A2196DCF-4C35-7E80-F8D7-988F6918F577}"/>
          </ac:spMkLst>
        </pc:spChg>
        <pc:spChg chg="mod">
          <ac:chgData name="Wang, Chenxi" userId="806ff30c-ab1b-49cb-a1f8-a62f80ffdf21" providerId="ADAL" clId="{51D6012F-1988-4CEB-950F-D0781BCAD84D}" dt="2026-03-23T13:43:54.597" v="106" actId="1076"/>
          <ac:spMkLst>
            <pc:docMk/>
            <pc:sldMk cId="1104936450" sldId="256"/>
            <ac:spMk id="83" creationId="{CECA31A1-9C66-8BD2-8A76-99D04895C50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4788749"/>
            <a:ext cx="31089600" cy="10187093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5368695"/>
            <a:ext cx="27432000" cy="7064585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82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24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7294888"/>
            <a:ext cx="31546800" cy="12171678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19581715"/>
            <a:ext cx="31546800" cy="6400798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64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7789333"/>
            <a:ext cx="15544800" cy="18565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7789333"/>
            <a:ext cx="15544800" cy="18565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7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557873"/>
            <a:ext cx="31546800" cy="56557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7172962"/>
            <a:ext cx="15473360" cy="351535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0688320"/>
            <a:ext cx="15473360" cy="157209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7172962"/>
            <a:ext cx="15549564" cy="351535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0688320"/>
            <a:ext cx="15549564" cy="157209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85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7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4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950720"/>
            <a:ext cx="11796712" cy="682752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4213020"/>
            <a:ext cx="18516600" cy="20794133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8778240"/>
            <a:ext cx="11796712" cy="16262775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1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950720"/>
            <a:ext cx="11796712" cy="682752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4213020"/>
            <a:ext cx="18516600" cy="20794133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8778240"/>
            <a:ext cx="11796712" cy="16262775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1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3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1557867"/>
            <a:ext cx="7886700" cy="24797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1557867"/>
            <a:ext cx="23202900" cy="2479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2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557873"/>
            <a:ext cx="31546800" cy="5655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7789333"/>
            <a:ext cx="31546800" cy="18565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27120433"/>
            <a:ext cx="822960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A7DCA-DEA3-4AB3-80C2-40A3354AD16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27120433"/>
            <a:ext cx="1234440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27120433"/>
            <a:ext cx="822960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4150A-3DBF-460D-AD45-FD7B914F3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1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ai.google.dev/gemini-api/docs/models/gemini-2.5-flash" TargetMode="External"/><Relationship Id="rId13" Type="http://schemas.openxmlformats.org/officeDocument/2006/relationships/image" Target="../media/image4.emf"/><Relationship Id="rId3" Type="http://schemas.openxmlformats.org/officeDocument/2006/relationships/hyperlink" Target="https://firebase.google.com/docs/auth/web/auth-state-persistence" TargetMode="External"/><Relationship Id="rId7" Type="http://schemas.openxmlformats.org/officeDocument/2006/relationships/hyperlink" Target="https://reactrouter.com/en/main" TargetMode="External"/><Relationship Id="rId12" Type="http://schemas.openxmlformats.org/officeDocument/2006/relationships/package" Target="../embeddings/Microsoft_Excel_Worksheet_10C76467.xlsx"/><Relationship Id="rId2" Type="http://schemas.openxmlformats.org/officeDocument/2006/relationships/hyperlink" Target="https://console.groq.com/docs" TargetMode="Externa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eact.dev/" TargetMode="External"/><Relationship Id="rId11" Type="http://schemas.openxmlformats.org/officeDocument/2006/relationships/image" Target="../media/image3.png"/><Relationship Id="rId5" Type="http://schemas.openxmlformats.org/officeDocument/2006/relationships/hyperlink" Target="https://firebase.google.com/docs/hosting" TargetMode="External"/><Relationship Id="rId1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hyperlink" Target="https://firebase.google.com/docs/firestore/query-data/get-data" TargetMode="External"/><Relationship Id="rId9" Type="http://schemas.openxmlformats.org/officeDocument/2006/relationships/image" Target="../media/image1.png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3865"/>
            </a:gs>
            <a:gs pos="100000">
              <a:srgbClr val="003865"/>
            </a:gs>
            <a:gs pos="51000">
              <a:srgbClr val="0064B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50A89E60-E68B-E941-D961-C1ECC0C93C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08795" y="22171114"/>
            <a:ext cx="12911328" cy="47084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C45BE0-8E04-E88B-5503-B484CF77D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022709" y="22460180"/>
            <a:ext cx="12922469" cy="44193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53CB03C-05D0-5D75-961F-FE9FA7FA445D}"/>
              </a:ext>
            </a:extLst>
          </p:cNvPr>
          <p:cNvSpPr>
            <a:spLocks/>
          </p:cNvSpPr>
          <p:nvPr/>
        </p:nvSpPr>
        <p:spPr>
          <a:xfrm>
            <a:off x="9592056" y="13222504"/>
            <a:ext cx="26316032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B69968-2975-C3C8-30FC-4A48745F55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1152" y="15871149"/>
            <a:ext cx="8339328" cy="110083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EB8687-2368-251E-2415-48333C0903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0732" y="4481776"/>
            <a:ext cx="8339328" cy="110083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1C8C57-32AA-8A60-E121-36D1425EE3B3}"/>
              </a:ext>
            </a:extLst>
          </p:cNvPr>
          <p:cNvSpPr>
            <a:spLocks/>
          </p:cNvSpPr>
          <p:nvPr/>
        </p:nvSpPr>
        <p:spPr>
          <a:xfrm>
            <a:off x="9592056" y="4467393"/>
            <a:ext cx="26316432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33F52266-E4C8-D671-3222-B88C24D13C15}"/>
              </a:ext>
            </a:extLst>
          </p:cNvPr>
          <p:cNvSpPr txBox="1">
            <a:spLocks/>
          </p:cNvSpPr>
          <p:nvPr/>
        </p:nvSpPr>
        <p:spPr>
          <a:xfrm>
            <a:off x="0" y="3060230"/>
            <a:ext cx="36576000" cy="901658"/>
          </a:xfrm>
          <a:prstGeom prst="rect">
            <a:avLst/>
          </a:prstGeom>
        </p:spPr>
        <p:txBody>
          <a:bodyPr/>
          <a:lstStyle>
            <a:lvl1pPr marL="914400" indent="-914400" algn="l" defTabSz="3657600" rtl="0" eaLnBrk="1" latinLnBrk="0" hangingPunct="1">
              <a:lnSpc>
                <a:spcPct val="90000"/>
              </a:lnSpc>
              <a:spcBef>
                <a:spcPts val="4000"/>
              </a:spcBef>
              <a:buFont typeface="Arial" panose="020B0604020202020204" pitchFamily="34" charset="0"/>
              <a:buChar char="•"/>
              <a:defRPr sz="1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8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584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C9D83CA1-9B53-8544-04EE-99E60ED98935}"/>
              </a:ext>
            </a:extLst>
          </p:cNvPr>
          <p:cNvSpPr txBox="1">
            <a:spLocks/>
          </p:cNvSpPr>
          <p:nvPr/>
        </p:nvSpPr>
        <p:spPr>
          <a:xfrm>
            <a:off x="0" y="593358"/>
            <a:ext cx="36576000" cy="2228852"/>
          </a:xfrm>
          <a:prstGeom prst="rect">
            <a:avLst/>
          </a:prstGeom>
          <a:effectLst>
            <a:outerShdw blurRad="127000" dist="152400" dir="5400000" sx="133000" sy="133000" algn="t" rotWithShape="0">
              <a:prstClr val="black">
                <a:alpha val="72000"/>
              </a:prstClr>
            </a:outerShdw>
          </a:effectLst>
        </p:spPr>
        <p:txBody>
          <a:bodyPr/>
          <a:lstStyle>
            <a:lvl1pPr marL="914400" indent="-914400" algn="l" defTabSz="3657600" rtl="0" eaLnBrk="1" latinLnBrk="0" hangingPunct="1">
              <a:lnSpc>
                <a:spcPct val="90000"/>
              </a:lnSpc>
              <a:spcBef>
                <a:spcPts val="4000"/>
              </a:spcBef>
              <a:buFont typeface="Arial" panose="020B0604020202020204" pitchFamily="34" charset="0"/>
              <a:buChar char="•"/>
              <a:defRPr sz="1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8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584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bg1"/>
                </a:solidFill>
              </a:rPr>
              <a:t>ByteBuddi: ATS-Driven Resume Builder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A16AD5-10A6-454D-2B42-0698776D3BA3}"/>
              </a:ext>
            </a:extLst>
          </p:cNvPr>
          <p:cNvSpPr txBox="1"/>
          <p:nvPr/>
        </p:nvSpPr>
        <p:spPr>
          <a:xfrm>
            <a:off x="9733147" y="4867763"/>
            <a:ext cx="6218728" cy="4532014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>
              <a:spcAft>
                <a:spcPts val="564"/>
              </a:spcAft>
            </a:pP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Presentation Layer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React frontend UI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Resume builder and template gallery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ATS feedback visualization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latin typeface="Arial"/>
                <a:cs typeface="Arial"/>
              </a:rPr>
              <a:t>AI chat </a:t>
            </a:r>
            <a:r>
              <a:rPr lang="en-US" sz="3600" err="1">
                <a:latin typeface="Arial"/>
                <a:cs typeface="Arial"/>
              </a:rPr>
              <a:t>roo</a:t>
            </a:r>
            <a:r>
              <a:rPr lang="en-US" sz="3600">
                <a:latin typeface="Arial"/>
                <a:cs typeface="Arial"/>
              </a:rPr>
              <a:t>, visuals</a:t>
            </a:r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404F88-F4A6-D04C-97AF-DF4161437255}"/>
              </a:ext>
            </a:extLst>
          </p:cNvPr>
          <p:cNvSpPr txBox="1"/>
          <p:nvPr/>
        </p:nvSpPr>
        <p:spPr>
          <a:xfrm>
            <a:off x="9683878" y="14022747"/>
            <a:ext cx="4803564" cy="6270952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>
              <a:spcAft>
                <a:spcPts val="564"/>
              </a:spcAft>
            </a:pPr>
            <a:r>
              <a:rPr lang="en-US" sz="3600">
                <a:cs typeface="Arial" panose="020B0604020202020204" pitchFamily="34" charset="0"/>
              </a:rPr>
              <a:t>Tech Stack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React (SPA frontend)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Node.js / Express backend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Firebase (Auth, </a:t>
            </a:r>
            <a:r>
              <a:rPr lang="en-US" sz="3600" err="1">
                <a:cs typeface="Arial" panose="020B0604020202020204" pitchFamily="34" charset="0"/>
              </a:rPr>
              <a:t>Firestore</a:t>
            </a:r>
            <a:r>
              <a:rPr lang="en-US" sz="3600">
                <a:cs typeface="Arial" panose="020B0604020202020204" pitchFamily="34" charset="0"/>
              </a:rPr>
              <a:t>, Storage)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 err="1">
                <a:cs typeface="Arial" panose="020B0604020202020204" pitchFamily="34" charset="0"/>
              </a:rPr>
              <a:t>Groq</a:t>
            </a:r>
            <a:r>
              <a:rPr lang="en-US" sz="3600">
                <a:cs typeface="Arial" panose="020B0604020202020204" pitchFamily="34" charset="0"/>
              </a:rPr>
              <a:t> API for ATS keyword analysis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ea typeface="Calibri"/>
                <a:cs typeface="Arial"/>
              </a:rPr>
              <a:t>Gemini 2.5 API for AI interviewer</a:t>
            </a:r>
            <a:endParaRPr lang="en-US" sz="3600">
              <a:ea typeface="Calibri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64446C-1868-2117-3314-F05A5E8201F3}"/>
              </a:ext>
            </a:extLst>
          </p:cNvPr>
          <p:cNvSpPr txBox="1"/>
          <p:nvPr/>
        </p:nvSpPr>
        <p:spPr>
          <a:xfrm>
            <a:off x="837909" y="16691538"/>
            <a:ext cx="8072302" cy="8948608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>
              <a:spcAft>
                <a:spcPts val="564"/>
              </a:spcAft>
            </a:pPr>
            <a:r>
              <a:rPr lang="en-US" sz="3600">
                <a:cs typeface="Arial" panose="020B0604020202020204" pitchFamily="34" charset="0"/>
              </a:rPr>
              <a:t>Functional Requirements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Secure user authentication and persistent data storage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Resume creation, editing, and PDF export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Template selection and live preview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ATS keyword extraction and scoring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Job description comparison workflow</a:t>
            </a:r>
          </a:p>
          <a:p>
            <a:pPr>
              <a:spcAft>
                <a:spcPts val="564"/>
              </a:spcAft>
            </a:pPr>
            <a:r>
              <a:rPr lang="en-US" sz="3600">
                <a:cs typeface="Arial" panose="020B0604020202020204" pitchFamily="34" charset="0"/>
              </a:rPr>
              <a:t>Non-Functional Requirements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Cross-browser compatibility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Mobile responsiveness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Cloud deployment stability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CI/CD integration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Reliable API communication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91CBD0-C637-3321-B243-7327B702D6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14365" y="21865197"/>
            <a:ext cx="12911328" cy="611834"/>
          </a:xfrm>
          <a:prstGeom prst="rect">
            <a:avLst/>
          </a:prstGeom>
          <a:gradFill>
            <a:gsLst>
              <a:gs pos="36690">
                <a:schemeClr val="tx1">
                  <a:lumMod val="85000"/>
                  <a:lumOff val="15000"/>
                </a:schemeClr>
              </a:gs>
              <a:gs pos="19000">
                <a:schemeClr val="bg1">
                  <a:lumMod val="50000"/>
                </a:schemeClr>
              </a:gs>
              <a:gs pos="0">
                <a:schemeClr val="tx2"/>
              </a:gs>
              <a:gs pos="88000">
                <a:schemeClr val="bg2">
                  <a:lumMod val="25000"/>
                </a:schemeClr>
              </a:gs>
              <a:gs pos="71000">
                <a:schemeClr val="bg1">
                  <a:lumMod val="65000"/>
                </a:schemeClr>
              </a:gs>
              <a:gs pos="100000">
                <a:schemeClr val="bg2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a:rPr>
              <a:t>Conclusions and Future Work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E32D45-850C-8311-F3EB-B5F50F5DD655}"/>
              </a:ext>
            </a:extLst>
          </p:cNvPr>
          <p:cNvSpPr txBox="1"/>
          <p:nvPr/>
        </p:nvSpPr>
        <p:spPr>
          <a:xfrm>
            <a:off x="9733147" y="22477031"/>
            <a:ext cx="12020776" cy="4455070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>
              <a:spcAft>
                <a:spcPts val="564"/>
              </a:spcAft>
            </a:pPr>
            <a:r>
              <a:rPr lang="en-US" sz="2900">
                <a:latin typeface="Arial"/>
                <a:cs typeface="Arial"/>
              </a:rPr>
              <a:t>Conclusions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900">
                <a:latin typeface="Arial"/>
                <a:cs typeface="Arial"/>
              </a:rPr>
              <a:t>End-to-end resume workflow fully operational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900">
                <a:latin typeface="Arial"/>
                <a:cs typeface="Arial"/>
              </a:rPr>
              <a:t>ATS engine produces scores and keyword feedback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900">
                <a:latin typeface="Arial"/>
                <a:cs typeface="Arial"/>
              </a:rPr>
              <a:t>System validated across desktop and mobile</a:t>
            </a:r>
          </a:p>
          <a:p>
            <a:pPr>
              <a:spcAft>
                <a:spcPts val="564"/>
              </a:spcAft>
            </a:pPr>
            <a:r>
              <a:rPr lang="en-US" sz="2900">
                <a:latin typeface="Arial"/>
                <a:cs typeface="Arial"/>
              </a:rPr>
              <a:t>Future Work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900">
                <a:latin typeface="Arial"/>
                <a:cs typeface="Arial"/>
              </a:rPr>
              <a:t>Mobile UI polish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900">
                <a:latin typeface="Arial"/>
                <a:cs typeface="Arial"/>
              </a:rPr>
              <a:t>Stronger semantic keyword matching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2900">
                <a:latin typeface="Arial"/>
                <a:cs typeface="Arial"/>
              </a:rPr>
              <a:t>Expanded user testing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AC4885-15A9-18CA-4684-D6A4975AD09C}"/>
              </a:ext>
            </a:extLst>
          </p:cNvPr>
          <p:cNvSpPr txBox="1"/>
          <p:nvPr/>
        </p:nvSpPr>
        <p:spPr>
          <a:xfrm>
            <a:off x="23016745" y="22458792"/>
            <a:ext cx="12868426" cy="3762573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 marL="321310" indent="-321310">
              <a:spcAft>
                <a:spcPts val="564"/>
              </a:spcAft>
              <a:buFont typeface="+mj-lt"/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rial"/>
              </a:rPr>
              <a:t>Groq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 API Docs: </a:t>
            </a:r>
            <a:r>
              <a:rPr lang="en-US" sz="2400" b="0" i="0" u="sng" strike="noStrike" baseline="0">
                <a:solidFill>
                  <a:srgbClr val="0000FF"/>
                </a:solidFill>
                <a:latin typeface="Arial"/>
                <a:ea typeface="Segoe UI"/>
                <a:cs typeface="Segoe UI"/>
                <a:hlinkClick r:id="rId2"/>
              </a:rPr>
              <a:t>https://console.groq.com/docs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321310" indent="-321310">
              <a:spcAft>
                <a:spcPts val="564"/>
              </a:spcAft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Firebase Auth State Persistence: </a:t>
            </a:r>
            <a:r>
              <a:rPr lang="en-US" sz="2400" b="0" i="0" u="sng" strike="noStrike" baseline="0">
                <a:solidFill>
                  <a:srgbClr val="0000FF"/>
                </a:solidFill>
                <a:latin typeface="Arial"/>
                <a:ea typeface="Segoe UI"/>
                <a:cs typeface="Segoe UI"/>
                <a:hlinkClick r:id="rId3"/>
              </a:rPr>
              <a:t>https://firebase.google.com/docs/auth/web/auth-state-persistence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1310" indent="-321310">
              <a:spcAft>
                <a:spcPts val="564"/>
              </a:spcAft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Cloud 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rial"/>
              </a:rPr>
              <a:t>Firestore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 Docs: </a:t>
            </a:r>
            <a:r>
              <a:rPr lang="en-US" sz="2400" b="0" i="0" u="sng" strike="noStrike" baseline="0">
                <a:solidFill>
                  <a:srgbClr val="0000FF"/>
                </a:solidFill>
                <a:latin typeface="Arial"/>
                <a:ea typeface="Segoe UI"/>
                <a:cs typeface="Segoe UI"/>
                <a:hlinkClick r:id="rId4"/>
              </a:rPr>
              <a:t>https://firebase.google.com/docs/firestore/query-data/get-data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321310" indent="-321310">
              <a:spcAft>
                <a:spcPts val="564"/>
              </a:spcAft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 Firebase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 Hosting Docs: </a:t>
            </a:r>
            <a:r>
              <a:rPr lang="en-US" sz="2400" b="0" i="0" u="sng" strike="noStrike" baseline="0">
                <a:solidFill>
                  <a:srgbClr val="0000FF"/>
                </a:solidFill>
                <a:latin typeface="Arial"/>
                <a:ea typeface="Segoe UI"/>
                <a:cs typeface="Segoe UI"/>
                <a:hlinkClick r:id="rId5"/>
              </a:rPr>
              <a:t>https://firebase.google.com/docs/hosting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1310" indent="-321310">
              <a:spcAft>
                <a:spcPts val="564"/>
              </a:spcAft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React Docs: </a:t>
            </a:r>
            <a:r>
              <a:rPr lang="en-US" sz="2400" b="0" i="0" u="sng" strike="noStrike" baseline="0">
                <a:solidFill>
                  <a:srgbClr val="0000FF"/>
                </a:solidFill>
                <a:latin typeface="Arial"/>
                <a:ea typeface="Segoe UI"/>
                <a:cs typeface="Segoe UI"/>
                <a:hlinkClick r:id="rId6"/>
              </a:rPr>
              <a:t>https://react.dev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321310" indent="-321310">
              <a:spcAft>
                <a:spcPts val="564"/>
              </a:spcAft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React Router Docs: </a:t>
            </a:r>
            <a:r>
              <a:rPr lang="en-US" sz="2400" b="0" i="0" u="sng" strike="noStrike" baseline="0">
                <a:solidFill>
                  <a:srgbClr val="0000FF"/>
                </a:solidFill>
                <a:latin typeface="Arial"/>
                <a:ea typeface="Segoe UI"/>
                <a:cs typeface="Segoe UI"/>
                <a:hlinkClick r:id="rId7"/>
              </a:rPr>
              <a:t>https://reactrouter.com/en/main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</a:rPr>
              <a:t> </a:t>
            </a:r>
            <a:endParaRPr lang="en-US" sz="2400" b="0" i="0" u="none" strike="noStrike" baseline="0">
              <a:solidFill>
                <a:srgbClr val="000000"/>
              </a:solidFill>
              <a:latin typeface="Arial"/>
              <a:cs typeface="Arial"/>
            </a:endParaRPr>
          </a:p>
          <a:p>
            <a:pPr marL="321310" indent="-321310">
              <a:spcAft>
                <a:spcPts val="564"/>
              </a:spcAft>
              <a:buAutoNum type="arabicPeriod"/>
            </a:pPr>
            <a:r>
              <a:rPr lang="en-US" sz="2400">
                <a:latin typeface="Arial"/>
                <a:ea typeface="Times New Roman" panose="02020603050405020304" pitchFamily="18" charset="0"/>
                <a:cs typeface="Arial"/>
              </a:rPr>
              <a:t>Google Gemini 2.5 Docs: </a:t>
            </a:r>
            <a:r>
              <a:rPr lang="en-US" sz="2400">
                <a:ea typeface="+mn-lt"/>
                <a:cs typeface="+mn-lt"/>
                <a:hlinkClick r:id="rId8"/>
              </a:rPr>
              <a:t>https://ai.google.dev/gemini-api/docs/models/gemini-2.5-flash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87BF2D6-A3CA-CFC3-F9EA-442C71C9CB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12256" y="1028922"/>
            <a:ext cx="4560054" cy="205229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56900A78-B68B-AAD6-F42E-415EDBDEF2E6}"/>
              </a:ext>
            </a:extLst>
          </p:cNvPr>
          <p:cNvSpPr/>
          <p:nvPr/>
        </p:nvSpPr>
        <p:spPr>
          <a:xfrm>
            <a:off x="32270700" y="593358"/>
            <a:ext cx="3634564" cy="3389308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/>
              <a:t>QR Code To Website or Paper Goes Here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3248F47-36BF-BF42-D3B5-968E89EF1D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017139" y="21865197"/>
            <a:ext cx="12911328" cy="611834"/>
          </a:xfrm>
          <a:prstGeom prst="rect">
            <a:avLst/>
          </a:prstGeom>
          <a:gradFill>
            <a:gsLst>
              <a:gs pos="36690">
                <a:schemeClr val="tx1">
                  <a:lumMod val="85000"/>
                  <a:lumOff val="15000"/>
                </a:schemeClr>
              </a:gs>
              <a:gs pos="19000">
                <a:schemeClr val="bg1">
                  <a:lumMod val="50000"/>
                </a:schemeClr>
              </a:gs>
              <a:gs pos="0">
                <a:schemeClr val="tx2"/>
              </a:gs>
              <a:gs pos="88000">
                <a:schemeClr val="bg2">
                  <a:lumMod val="25000"/>
                </a:schemeClr>
              </a:gs>
              <a:gs pos="71000">
                <a:schemeClr val="bg1">
                  <a:lumMod val="65000"/>
                </a:schemeClr>
              </a:gs>
              <a:gs pos="100000">
                <a:schemeClr val="bg2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a:rPr>
              <a:t>References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329455-7358-C337-126B-E3746297F332}"/>
              </a:ext>
            </a:extLst>
          </p:cNvPr>
          <p:cNvSpPr>
            <a:spLocks/>
          </p:cNvSpPr>
          <p:nvPr/>
        </p:nvSpPr>
        <p:spPr>
          <a:xfrm>
            <a:off x="9617636" y="13229190"/>
            <a:ext cx="26296469" cy="611834"/>
          </a:xfrm>
          <a:prstGeom prst="rect">
            <a:avLst/>
          </a:prstGeom>
          <a:gradFill>
            <a:gsLst>
              <a:gs pos="36690">
                <a:schemeClr val="tx1">
                  <a:lumMod val="85000"/>
                  <a:lumOff val="15000"/>
                </a:schemeClr>
              </a:gs>
              <a:gs pos="19000">
                <a:schemeClr val="bg1">
                  <a:lumMod val="50000"/>
                </a:schemeClr>
              </a:gs>
              <a:gs pos="0">
                <a:schemeClr val="tx2"/>
              </a:gs>
              <a:gs pos="88000">
                <a:schemeClr val="bg2">
                  <a:lumMod val="25000"/>
                </a:schemeClr>
              </a:gs>
              <a:gs pos="71000">
                <a:schemeClr val="bg1">
                  <a:lumMod val="65000"/>
                </a:schemeClr>
              </a:gs>
              <a:gs pos="100000">
                <a:schemeClr val="bg2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Implementation Details and Test Plan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A963AD-3660-FDC1-4C46-30556C89DD4C}"/>
              </a:ext>
            </a:extLst>
          </p:cNvPr>
          <p:cNvSpPr>
            <a:spLocks/>
          </p:cNvSpPr>
          <p:nvPr/>
        </p:nvSpPr>
        <p:spPr>
          <a:xfrm>
            <a:off x="9617636" y="4464435"/>
            <a:ext cx="26316032" cy="611834"/>
          </a:xfrm>
          <a:prstGeom prst="rect">
            <a:avLst/>
          </a:prstGeom>
          <a:gradFill>
            <a:gsLst>
              <a:gs pos="36690">
                <a:schemeClr val="tx1">
                  <a:lumMod val="85000"/>
                  <a:lumOff val="15000"/>
                </a:schemeClr>
              </a:gs>
              <a:gs pos="19000">
                <a:schemeClr val="bg1">
                  <a:lumMod val="50000"/>
                </a:schemeClr>
              </a:gs>
              <a:gs pos="0">
                <a:schemeClr val="tx2"/>
              </a:gs>
              <a:gs pos="88000">
                <a:schemeClr val="bg2">
                  <a:lumMod val="25000"/>
                </a:schemeClr>
              </a:gs>
              <a:gs pos="71000">
                <a:schemeClr val="bg1">
                  <a:lumMod val="65000"/>
                </a:schemeClr>
              </a:gs>
              <a:gs pos="100000">
                <a:schemeClr val="bg2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Architectural Design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07C9E89-94A7-9A9E-0FD2-A7730CD22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0519" y="4463331"/>
            <a:ext cx="8329542" cy="611834"/>
          </a:xfrm>
          <a:prstGeom prst="rect">
            <a:avLst/>
          </a:prstGeom>
          <a:gradFill>
            <a:gsLst>
              <a:gs pos="36690">
                <a:schemeClr val="tx1">
                  <a:lumMod val="85000"/>
                  <a:lumOff val="15000"/>
                </a:schemeClr>
              </a:gs>
              <a:gs pos="19000">
                <a:schemeClr val="bg1">
                  <a:lumMod val="50000"/>
                </a:schemeClr>
              </a:gs>
              <a:gs pos="0">
                <a:schemeClr val="tx2"/>
              </a:gs>
              <a:gs pos="88000">
                <a:schemeClr val="bg2">
                  <a:lumMod val="25000"/>
                </a:schemeClr>
              </a:gs>
              <a:gs pos="71000">
                <a:schemeClr val="bg1">
                  <a:lumMod val="65000"/>
                </a:schemeClr>
              </a:gs>
              <a:gs pos="100000">
                <a:schemeClr val="bg2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Background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A07F2F-1627-B545-D3E5-BD7B16AA0C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622" y="15858411"/>
            <a:ext cx="8346857" cy="611834"/>
          </a:xfrm>
          <a:prstGeom prst="rect">
            <a:avLst/>
          </a:prstGeom>
          <a:gradFill>
            <a:gsLst>
              <a:gs pos="36690">
                <a:schemeClr val="tx1">
                  <a:lumMod val="85000"/>
                  <a:lumOff val="15000"/>
                </a:schemeClr>
              </a:gs>
              <a:gs pos="19000">
                <a:schemeClr val="bg1">
                  <a:lumMod val="50000"/>
                </a:schemeClr>
              </a:gs>
              <a:gs pos="0">
                <a:schemeClr val="tx2"/>
              </a:gs>
              <a:gs pos="88000">
                <a:schemeClr val="bg2">
                  <a:lumMod val="25000"/>
                </a:schemeClr>
              </a:gs>
              <a:gs pos="71000">
                <a:schemeClr val="bg1">
                  <a:lumMod val="65000"/>
                </a:schemeClr>
              </a:gs>
              <a:gs pos="100000">
                <a:schemeClr val="bg2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sz="3376" b="1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Key Requirements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F7EDE2C-05CA-47A7-F7E1-9E37800C3081}"/>
              </a:ext>
            </a:extLst>
          </p:cNvPr>
          <p:cNvSpPr txBox="1"/>
          <p:nvPr/>
        </p:nvSpPr>
        <p:spPr>
          <a:xfrm>
            <a:off x="731902" y="5106164"/>
            <a:ext cx="8395265" cy="6578728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500">
                <a:latin typeface="Arial"/>
                <a:cs typeface="Arial"/>
              </a:rPr>
              <a:t>Applicant Tracking Systems filter resumes before human review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500">
                <a:latin typeface="Arial"/>
                <a:cs typeface="Arial"/>
              </a:rPr>
              <a:t> Many students lose visibility due to weak keyword alignment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500">
                <a:latin typeface="Arial"/>
                <a:cs typeface="Arial"/>
              </a:rPr>
              <a:t>Resume formatting and wording inconsistencies reduce match rates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500" err="1">
                <a:latin typeface="Arial"/>
                <a:cs typeface="Arial"/>
              </a:rPr>
              <a:t>ByteBuddi</a:t>
            </a:r>
            <a:r>
              <a:rPr lang="en-US" sz="3500">
                <a:latin typeface="Arial"/>
                <a:cs typeface="Arial"/>
              </a:rPr>
              <a:t> provides structured templates with automated ATS keyword feedback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500">
                <a:latin typeface="Arial"/>
                <a:cs typeface="Arial"/>
              </a:rPr>
              <a:t>Goal: improve resume-job alignment using an AI-driven analysis pipeline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196DCF-4C35-7E80-F8D7-988F6918F577}"/>
              </a:ext>
            </a:extLst>
          </p:cNvPr>
          <p:cNvSpPr txBox="1">
            <a:spLocks/>
          </p:cNvSpPr>
          <p:nvPr/>
        </p:nvSpPr>
        <p:spPr>
          <a:xfrm>
            <a:off x="701152" y="27733483"/>
            <a:ext cx="34900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chemeClr val="bg1"/>
                </a:solidFill>
              </a:rPr>
              <a:t>April 2026</a:t>
            </a:r>
            <a:endParaRPr lang="en-US" sz="5400"/>
          </a:p>
        </p:txBody>
      </p:sp>
      <p:sp>
        <p:nvSpPr>
          <p:cNvPr id="83" name="Text Placeholder 15">
            <a:extLst>
              <a:ext uri="{FF2B5EF4-FFF2-40B4-BE49-F238E27FC236}">
                <a16:creationId xmlns:a16="http://schemas.microsoft.com/office/drawing/2014/main" id="{CECA31A1-9C66-8BD2-8A76-99D04895C509}"/>
              </a:ext>
            </a:extLst>
          </p:cNvPr>
          <p:cNvSpPr txBox="1">
            <a:spLocks/>
          </p:cNvSpPr>
          <p:nvPr/>
        </p:nvSpPr>
        <p:spPr>
          <a:xfrm>
            <a:off x="-184303" y="2323921"/>
            <a:ext cx="36576000" cy="1150732"/>
          </a:xfrm>
          <a:prstGeom prst="rect">
            <a:avLst/>
          </a:prstGeom>
        </p:spPr>
        <p:txBody>
          <a:bodyPr/>
          <a:lstStyle>
            <a:lvl1pPr marL="914400" indent="-914400" algn="l" defTabSz="3657600" rtl="0" eaLnBrk="1" latinLnBrk="0" hangingPunct="1">
              <a:lnSpc>
                <a:spcPct val="90000"/>
              </a:lnSpc>
              <a:spcBef>
                <a:spcPts val="4000"/>
              </a:spcBef>
              <a:buFont typeface="Arial" panose="020B0604020202020204" pitchFamily="34" charset="0"/>
              <a:buChar char="•"/>
              <a:defRPr sz="1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8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584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0" indent="-914400" algn="l" defTabSz="36576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>
                <a:solidFill>
                  <a:schemeClr val="bg1"/>
                </a:solidFill>
              </a:rPr>
              <a:t>Everly, Adalynn; Davis, Ryan; Salazar, Rene; Gallegos, Cesar; Acevedo, Alan; Lopez, Xavior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CD76F-26E0-D0A0-EE84-97DD5A5688D9}"/>
              </a:ext>
            </a:extLst>
          </p:cNvPr>
          <p:cNvSpPr txBox="1"/>
          <p:nvPr/>
        </p:nvSpPr>
        <p:spPr>
          <a:xfrm>
            <a:off x="15769464" y="3684498"/>
            <a:ext cx="4717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Advisor: Chenxi Wang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38AF5-9144-DC2E-182B-4A4D905B36D7}"/>
              </a:ext>
            </a:extLst>
          </p:cNvPr>
          <p:cNvSpPr txBox="1"/>
          <p:nvPr/>
        </p:nvSpPr>
        <p:spPr>
          <a:xfrm>
            <a:off x="9733506" y="9282746"/>
            <a:ext cx="5613335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Application Layer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Resume parsing logic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Keyword extraction and matching engine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ATS scoring algorithm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Arial"/>
                <a:cs typeface="Arial"/>
              </a:rPr>
              <a:t>AI chat-bot system</a:t>
            </a:r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E45D9-A29A-2E19-06AD-E24FB701BA06}"/>
              </a:ext>
            </a:extLst>
          </p:cNvPr>
          <p:cNvSpPr txBox="1"/>
          <p:nvPr/>
        </p:nvSpPr>
        <p:spPr>
          <a:xfrm>
            <a:off x="25331384" y="5403135"/>
            <a:ext cx="57021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Cloud &amp; Data Layer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Firebase Authentication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err="1">
                <a:latin typeface="Arial" panose="020B0604020202020204" pitchFamily="34" charset="0"/>
                <a:cs typeface="Arial" panose="020B0604020202020204" pitchFamily="34" charset="0"/>
              </a:rPr>
              <a:t>Firestore</a:t>
            </a: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 database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Cloud hosting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E3760-E4AF-2391-4544-8ADF85671DC2}"/>
              </a:ext>
            </a:extLst>
          </p:cNvPr>
          <p:cNvSpPr txBox="1"/>
          <p:nvPr/>
        </p:nvSpPr>
        <p:spPr>
          <a:xfrm>
            <a:off x="25614513" y="8809492"/>
            <a:ext cx="4483918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v-SE" sz="3600">
                <a:latin typeface="Arial" panose="020B0604020202020204" pitchFamily="34" charset="0"/>
                <a:cs typeface="Arial" panose="020B0604020202020204" pitchFamily="34" charset="0"/>
              </a:rPr>
              <a:t>External Integration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>
                <a:latin typeface="Arial" panose="020B0604020202020204" pitchFamily="34" charset="0"/>
                <a:cs typeface="Arial" panose="020B0604020202020204" pitchFamily="34" charset="0"/>
              </a:rPr>
              <a:t>Groq API for keyword analysis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>
                <a:latin typeface="Arial"/>
                <a:cs typeface="Arial"/>
              </a:rPr>
              <a:t>Google Gemini 2.5 for AI Interviewer</a:t>
            </a:r>
            <a:endParaRPr lang="sv-SE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92C746-3F28-83AE-A561-2572C893CD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7" t="-217" r="-826" b="4578"/>
          <a:stretch>
            <a:fillRect/>
          </a:stretch>
        </p:blipFill>
        <p:spPr>
          <a:xfrm>
            <a:off x="15952725" y="5065147"/>
            <a:ext cx="5218800" cy="68004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B0A07E-0700-0C03-5422-E089805ECE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22" t="11381" r="40524" b="19609"/>
          <a:stretch>
            <a:fillRect/>
          </a:stretch>
        </p:blipFill>
        <p:spPr>
          <a:xfrm>
            <a:off x="21165222" y="5168538"/>
            <a:ext cx="3714265" cy="6836173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955AD37-8577-3878-0CD1-C72BF434D3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545798"/>
              </p:ext>
            </p:extLst>
          </p:nvPr>
        </p:nvGraphicFramePr>
        <p:xfrm>
          <a:off x="21968749" y="15798657"/>
          <a:ext cx="13755548" cy="3480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6991426" imgH="1295400" progId="Excel.Sheet.12">
                  <p:embed/>
                </p:oleObj>
              </mc:Choice>
              <mc:Fallback>
                <p:oleObj name="Worksheet" r:id="rId12" imgW="6991426" imgH="1295400" progId="Excel.Sheet.12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F955AD37-8577-3878-0CD1-C72BF434D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968749" y="15798657"/>
                        <a:ext cx="13755548" cy="34800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E372D62-1DF9-AC58-1CEB-736B5FA49A70}"/>
              </a:ext>
            </a:extLst>
          </p:cNvPr>
          <p:cNvSpPr txBox="1"/>
          <p:nvPr/>
        </p:nvSpPr>
        <p:spPr>
          <a:xfrm>
            <a:off x="14493458" y="14030755"/>
            <a:ext cx="8026665" cy="5870842"/>
          </a:xfrm>
          <a:prstGeom prst="rect">
            <a:avLst/>
          </a:prstGeom>
          <a:noFill/>
        </p:spPr>
        <p:txBody>
          <a:bodyPr wrap="square" lIns="171452" tIns="171452" rIns="171452" bIns="171452" rtlCol="0" anchor="t">
            <a:spAutoFit/>
          </a:bodyPr>
          <a:lstStyle/>
          <a:p>
            <a:pPr>
              <a:spcAft>
                <a:spcPts val="564"/>
              </a:spcAft>
            </a:pPr>
            <a:r>
              <a:rPr lang="en-US" sz="3600">
                <a:cs typeface="Arial" panose="020B0604020202020204" pitchFamily="34" charset="0"/>
              </a:rPr>
              <a:t>Core Implemented Features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User authentication and session handling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Resume CRUD operations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Template rendering engine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ATS scoring and keyword feedback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ea typeface="Calibri"/>
                <a:cs typeface="Arial"/>
              </a:rPr>
              <a:t>AI Interviewer chat system</a:t>
            </a:r>
            <a:endParaRPr lang="en-US" sz="3600">
              <a:cs typeface="Arial"/>
            </a:endParaRP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PDF export generation</a:t>
            </a:r>
          </a:p>
          <a:p>
            <a:pPr marL="571500" indent="-571500">
              <a:spcAft>
                <a:spcPts val="564"/>
              </a:spcAft>
              <a:buFont typeface="Arial" panose="020B0604020202020204" pitchFamily="34" charset="0"/>
              <a:buChar char="•"/>
            </a:pPr>
            <a:r>
              <a:rPr lang="en-US" sz="3600">
                <a:cs typeface="Arial" panose="020B0604020202020204" pitchFamily="34" charset="0"/>
              </a:rPr>
              <a:t>Mobile responsive layout</a:t>
            </a:r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73AF223-76EF-9FE8-DD8F-9DF932DED6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252538" y="582496"/>
            <a:ext cx="3682840" cy="3394728"/>
          </a:xfrm>
          <a:prstGeom prst="rect">
            <a:avLst/>
          </a:prstGeom>
        </p:spPr>
      </p:pic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D5AC252B-A1D7-22B0-8A10-0952CA5B335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364195" y="4854307"/>
            <a:ext cx="3965313" cy="7094054"/>
          </a:xfrm>
          <a:prstGeom prst="rect">
            <a:avLst/>
          </a:prstGeom>
        </p:spPr>
      </p:pic>
      <p:pic>
        <p:nvPicPr>
          <p:cNvPr id="8" name="Picture 7" descr="A diagram of a job application&#10;&#10;AI-generated content may be incorrect.">
            <a:extLst>
              <a:ext uri="{FF2B5EF4-FFF2-40B4-BE49-F238E27FC236}">
                <a16:creationId xmlns:a16="http://schemas.microsoft.com/office/drawing/2014/main" id="{007460EE-C826-E902-C4B9-709915E01BF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14702" y="11497978"/>
            <a:ext cx="6251775" cy="30823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180E06-7911-5D6F-65A4-EC07C98EF967}"/>
              </a:ext>
            </a:extLst>
          </p:cNvPr>
          <p:cNvSpPr txBox="1"/>
          <p:nvPr/>
        </p:nvSpPr>
        <p:spPr>
          <a:xfrm>
            <a:off x="740808" y="14604731"/>
            <a:ext cx="833119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i="1">
                <a:latin typeface="Arial"/>
                <a:ea typeface="Calibri"/>
                <a:cs typeface="Arial"/>
              </a:rPr>
              <a:t>Figure 1. </a:t>
            </a:r>
            <a:r>
              <a:rPr lang="en-US" sz="2600" i="1" err="1">
                <a:latin typeface="Arial"/>
                <a:ea typeface="Calibri"/>
                <a:cs typeface="Arial"/>
              </a:rPr>
              <a:t>ByteBuddi</a:t>
            </a:r>
            <a:r>
              <a:rPr lang="en-US" sz="2600" i="1">
                <a:latin typeface="Arial"/>
                <a:ea typeface="Calibri"/>
                <a:cs typeface="Arial"/>
              </a:rPr>
              <a:t> resume workflow with templates and ATS feedback.</a:t>
            </a:r>
            <a:endParaRPr lang="en-US" sz="260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7A255-3E9B-A61C-7BBE-3DE15D4E64F6}"/>
              </a:ext>
            </a:extLst>
          </p:cNvPr>
          <p:cNvSpPr txBox="1"/>
          <p:nvPr/>
        </p:nvSpPr>
        <p:spPr>
          <a:xfrm>
            <a:off x="16230624" y="11895507"/>
            <a:ext cx="464820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i="1">
                <a:latin typeface="Arial"/>
                <a:ea typeface="Calibri"/>
                <a:cs typeface="Arial"/>
              </a:rPr>
              <a:t>Figure 2. Three layer architecture overview.</a:t>
            </a:r>
            <a:endParaRPr lang="en-US" sz="2600" i="1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4EC46B-3A31-2449-049D-A55C0A433C36}"/>
              </a:ext>
            </a:extLst>
          </p:cNvPr>
          <p:cNvSpPr txBox="1"/>
          <p:nvPr/>
        </p:nvSpPr>
        <p:spPr>
          <a:xfrm>
            <a:off x="20693355" y="11880171"/>
            <a:ext cx="464820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i="1">
                <a:latin typeface="Arial"/>
                <a:ea typeface="Calibri"/>
                <a:cs typeface="Arial"/>
              </a:rPr>
              <a:t>Figure 3. System data flow and integrations.</a:t>
            </a:r>
            <a:endParaRPr lang="en-US" sz="2600" i="1"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B5F9C-DEC8-88E2-A82B-D05520AC2737}"/>
              </a:ext>
            </a:extLst>
          </p:cNvPr>
          <p:cNvSpPr txBox="1"/>
          <p:nvPr/>
        </p:nvSpPr>
        <p:spPr>
          <a:xfrm>
            <a:off x="31029717" y="11895507"/>
            <a:ext cx="464820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i="1">
                <a:latin typeface="Arial"/>
                <a:ea typeface="Calibri"/>
                <a:cs typeface="Arial"/>
              </a:rPr>
              <a:t>Figure 4. Data and integration layer details.</a:t>
            </a:r>
            <a:endParaRPr lang="en-US" sz="2600" i="1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B4EFA9-D563-A247-DFB0-A64F63F93B13}"/>
              </a:ext>
            </a:extLst>
          </p:cNvPr>
          <p:cNvSpPr txBox="1"/>
          <p:nvPr/>
        </p:nvSpPr>
        <p:spPr>
          <a:xfrm>
            <a:off x="23897637" y="19371342"/>
            <a:ext cx="11756312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i="1">
                <a:ea typeface="Calibri"/>
                <a:cs typeface="Calibri"/>
              </a:rPr>
              <a:t>Table 1. Test categories applied across ByteBuddi</a:t>
            </a:r>
          </a:p>
        </p:txBody>
      </p:sp>
    </p:spTree>
    <p:extLst>
      <p:ext uri="{BB962C8B-B14F-4D97-AF65-F5344CB8AC3E}">
        <p14:creationId xmlns:p14="http://schemas.microsoft.com/office/powerpoint/2010/main" val="1104936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Texas at Arlington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Myers, Jade</dc:creator>
  <cp:revision>1</cp:revision>
  <cp:lastPrinted>2023-09-27T20:20:36Z</cp:lastPrinted>
  <dcterms:created xsi:type="dcterms:W3CDTF">2023-09-27T18:51:17Z</dcterms:created>
  <dcterms:modified xsi:type="dcterms:W3CDTF">2026-04-20T23:48:06Z</dcterms:modified>
</cp:coreProperties>
</file>