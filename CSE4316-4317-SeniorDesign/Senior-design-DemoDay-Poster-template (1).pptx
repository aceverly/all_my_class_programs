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6576000" cy="29260800"/>
  <p:notesSz cx="9296400" cy="147828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865"/>
    <a:srgbClr val="0064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04CA72-BCC5-475D-8894-DE62415CB69A}" v="1" dt="2026-03-23T13:42:19.5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26" d="100"/>
          <a:sy n="26" d="100"/>
        </p:scale>
        <p:origin x="2100"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Chenxi" userId="806ff30c-ab1b-49cb-a1f8-a62f80ffdf21" providerId="ADAL" clId="{51D6012F-1988-4CEB-950F-D0781BCAD84D}"/>
    <pc:docChg chg="undo custSel modSld">
      <pc:chgData name="Wang, Chenxi" userId="806ff30c-ab1b-49cb-a1f8-a62f80ffdf21" providerId="ADAL" clId="{51D6012F-1988-4CEB-950F-D0781BCAD84D}" dt="2026-03-23T13:44:42.132" v="115" actId="1037"/>
      <pc:docMkLst>
        <pc:docMk/>
      </pc:docMkLst>
      <pc:sldChg chg="addSp modSp mod">
        <pc:chgData name="Wang, Chenxi" userId="806ff30c-ab1b-49cb-a1f8-a62f80ffdf21" providerId="ADAL" clId="{51D6012F-1988-4CEB-950F-D0781BCAD84D}" dt="2026-03-23T13:44:42.132" v="115" actId="1037"/>
        <pc:sldMkLst>
          <pc:docMk/>
          <pc:sldMk cId="1104936450" sldId="256"/>
        </pc:sldMkLst>
        <pc:spChg chg="add mod">
          <ac:chgData name="Wang, Chenxi" userId="806ff30c-ab1b-49cb-a1f8-a62f80ffdf21" providerId="ADAL" clId="{51D6012F-1988-4CEB-950F-D0781BCAD84D}" dt="2026-03-23T13:44:42.132" v="115" actId="1037"/>
          <ac:spMkLst>
            <pc:docMk/>
            <pc:sldMk cId="1104936450" sldId="256"/>
            <ac:spMk id="2" creationId="{3DDCD76F-26E0-D0A0-EE84-97DD5A5688D9}"/>
          </ac:spMkLst>
        </pc:spChg>
        <pc:spChg chg="mod">
          <ac:chgData name="Wang, Chenxi" userId="806ff30c-ab1b-49cb-a1f8-a62f80ffdf21" providerId="ADAL" clId="{51D6012F-1988-4CEB-950F-D0781BCAD84D}" dt="2026-03-23T13:44:33.376" v="110" actId="1036"/>
          <ac:spMkLst>
            <pc:docMk/>
            <pc:sldMk cId="1104936450" sldId="256"/>
            <ac:spMk id="26" creationId="{33F52266-E4C8-D671-3222-B88C24D13C15}"/>
          </ac:spMkLst>
        </pc:spChg>
        <pc:spChg chg="mod">
          <ac:chgData name="Wang, Chenxi" userId="806ff30c-ab1b-49cb-a1f8-a62f80ffdf21" providerId="ADAL" clId="{51D6012F-1988-4CEB-950F-D0781BCAD84D}" dt="2026-03-23T13:44:39.084" v="112" actId="1076"/>
          <ac:spMkLst>
            <pc:docMk/>
            <pc:sldMk cId="1104936450" sldId="256"/>
            <ac:spMk id="54" creationId="{0CA963AD-3660-FDC1-4C46-30556C89DD4C}"/>
          </ac:spMkLst>
        </pc:spChg>
        <pc:spChg chg="mod">
          <ac:chgData name="Wang, Chenxi" userId="806ff30c-ab1b-49cb-a1f8-a62f80ffdf21" providerId="ADAL" clId="{51D6012F-1988-4CEB-950F-D0781BCAD84D}" dt="2026-03-23T13:41:57.956" v="62" actId="403"/>
          <ac:spMkLst>
            <pc:docMk/>
            <pc:sldMk cId="1104936450" sldId="256"/>
            <ac:spMk id="78" creationId="{A2196DCF-4C35-7E80-F8D7-988F6918F577}"/>
          </ac:spMkLst>
        </pc:spChg>
        <pc:spChg chg="mod">
          <ac:chgData name="Wang, Chenxi" userId="806ff30c-ab1b-49cb-a1f8-a62f80ffdf21" providerId="ADAL" clId="{51D6012F-1988-4CEB-950F-D0781BCAD84D}" dt="2026-03-23T13:43:54.597" v="106" actId="1076"/>
          <ac:spMkLst>
            <pc:docMk/>
            <pc:sldMk cId="1104936450" sldId="256"/>
            <ac:spMk id="83" creationId="{CECA31A1-9C66-8BD2-8A76-99D04895C50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43200" y="4788749"/>
            <a:ext cx="31089600" cy="10187093"/>
          </a:xfrm>
        </p:spPr>
        <p:txBody>
          <a:bodyPr anchor="b"/>
          <a:lstStyle>
            <a:lvl1pPr algn="ctr">
              <a:defRPr sz="24000"/>
            </a:lvl1pPr>
          </a:lstStyle>
          <a:p>
            <a:r>
              <a:rPr lang="en-US"/>
              <a:t>Click to edit Master title style</a:t>
            </a:r>
            <a:endParaRPr lang="en-US" dirty="0"/>
          </a:p>
        </p:txBody>
      </p:sp>
      <p:sp>
        <p:nvSpPr>
          <p:cNvPr id="3" name="Subtitle 2"/>
          <p:cNvSpPr>
            <a:spLocks noGrp="1"/>
          </p:cNvSpPr>
          <p:nvPr>
            <p:ph type="subTitle" idx="1"/>
          </p:nvPr>
        </p:nvSpPr>
        <p:spPr>
          <a:xfrm>
            <a:off x="4572000" y="15368695"/>
            <a:ext cx="27432000" cy="7064585"/>
          </a:xfrm>
        </p:spPr>
        <p:txBody>
          <a:bodyPr/>
          <a:lstStyle>
            <a:lvl1pPr marL="0" indent="0" algn="ctr">
              <a:buNone/>
              <a:defRPr sz="9600"/>
            </a:lvl1pPr>
            <a:lvl2pPr marL="1828800" indent="0" algn="ctr">
              <a:buNone/>
              <a:defRPr sz="8000"/>
            </a:lvl2pPr>
            <a:lvl3pPr marL="3657600" indent="0" algn="ctr">
              <a:buNone/>
              <a:defRPr sz="7200"/>
            </a:lvl3pPr>
            <a:lvl4pPr marL="5486400" indent="0" algn="ctr">
              <a:buNone/>
              <a:defRPr sz="6400"/>
            </a:lvl4pPr>
            <a:lvl5pPr marL="7315200" indent="0" algn="ctr">
              <a:buNone/>
              <a:defRPr sz="6400"/>
            </a:lvl5pPr>
            <a:lvl6pPr marL="9144000" indent="0" algn="ctr">
              <a:buNone/>
              <a:defRPr sz="6400"/>
            </a:lvl6pPr>
            <a:lvl7pPr marL="10972800" indent="0" algn="ctr">
              <a:buNone/>
              <a:defRPr sz="6400"/>
            </a:lvl7pPr>
            <a:lvl8pPr marL="12801600" indent="0" algn="ctr">
              <a:buNone/>
              <a:defRPr sz="6400"/>
            </a:lvl8pPr>
            <a:lvl9pPr marL="14630400" indent="0" algn="ctr">
              <a:buNone/>
              <a:defRPr sz="6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3CA7DCA-DEA3-4AB3-80C2-40A3354AD160}"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4150A-3DBF-460D-AD45-FD7B914F3BB2}" type="slidenum">
              <a:rPr lang="en-US" smtClean="0"/>
              <a:t>‹#›</a:t>
            </a:fld>
            <a:endParaRPr lang="en-US"/>
          </a:p>
        </p:txBody>
      </p:sp>
    </p:spTree>
    <p:extLst>
      <p:ext uri="{BB962C8B-B14F-4D97-AF65-F5344CB8AC3E}">
        <p14:creationId xmlns:p14="http://schemas.microsoft.com/office/powerpoint/2010/main" val="2598082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CA7DCA-DEA3-4AB3-80C2-40A3354AD160}"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4150A-3DBF-460D-AD45-FD7B914F3BB2}" type="slidenum">
              <a:rPr lang="en-US" smtClean="0"/>
              <a:t>‹#›</a:t>
            </a:fld>
            <a:endParaRPr lang="en-US"/>
          </a:p>
        </p:txBody>
      </p:sp>
    </p:spTree>
    <p:extLst>
      <p:ext uri="{BB962C8B-B14F-4D97-AF65-F5344CB8AC3E}">
        <p14:creationId xmlns:p14="http://schemas.microsoft.com/office/powerpoint/2010/main" val="3644924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95552" y="7294888"/>
            <a:ext cx="31546800" cy="12171678"/>
          </a:xfrm>
        </p:spPr>
        <p:txBody>
          <a:bodyPr anchor="b"/>
          <a:lstStyle>
            <a:lvl1pPr>
              <a:defRPr sz="24000"/>
            </a:lvl1pPr>
          </a:lstStyle>
          <a:p>
            <a:r>
              <a:rPr lang="en-US"/>
              <a:t>Click to edit Master title style</a:t>
            </a:r>
            <a:endParaRPr lang="en-US" dirty="0"/>
          </a:p>
        </p:txBody>
      </p:sp>
      <p:sp>
        <p:nvSpPr>
          <p:cNvPr id="3" name="Text Placeholder 2"/>
          <p:cNvSpPr>
            <a:spLocks noGrp="1"/>
          </p:cNvSpPr>
          <p:nvPr>
            <p:ph type="body" idx="1"/>
          </p:nvPr>
        </p:nvSpPr>
        <p:spPr>
          <a:xfrm>
            <a:off x="2495552" y="19581715"/>
            <a:ext cx="31546800" cy="6400798"/>
          </a:xfrm>
        </p:spPr>
        <p:txBody>
          <a:bodyPr/>
          <a:lstStyle>
            <a:lvl1pPr marL="0" indent="0">
              <a:buNone/>
              <a:defRPr sz="9600">
                <a:solidFill>
                  <a:schemeClr val="tx1"/>
                </a:solidFill>
              </a:defRPr>
            </a:lvl1pPr>
            <a:lvl2pPr marL="1828800" indent="0">
              <a:buNone/>
              <a:defRPr sz="8000">
                <a:solidFill>
                  <a:schemeClr val="tx1">
                    <a:tint val="75000"/>
                  </a:schemeClr>
                </a:solidFill>
              </a:defRPr>
            </a:lvl2pPr>
            <a:lvl3pPr marL="3657600" indent="0">
              <a:buNone/>
              <a:defRPr sz="7200">
                <a:solidFill>
                  <a:schemeClr val="tx1">
                    <a:tint val="75000"/>
                  </a:schemeClr>
                </a:solidFill>
              </a:defRPr>
            </a:lvl3pPr>
            <a:lvl4pPr marL="5486400" indent="0">
              <a:buNone/>
              <a:defRPr sz="6400">
                <a:solidFill>
                  <a:schemeClr val="tx1">
                    <a:tint val="75000"/>
                  </a:schemeClr>
                </a:solidFill>
              </a:defRPr>
            </a:lvl4pPr>
            <a:lvl5pPr marL="7315200" indent="0">
              <a:buNone/>
              <a:defRPr sz="6400">
                <a:solidFill>
                  <a:schemeClr val="tx1">
                    <a:tint val="75000"/>
                  </a:schemeClr>
                </a:solidFill>
              </a:defRPr>
            </a:lvl5pPr>
            <a:lvl6pPr marL="9144000" indent="0">
              <a:buNone/>
              <a:defRPr sz="6400">
                <a:solidFill>
                  <a:schemeClr val="tx1">
                    <a:tint val="75000"/>
                  </a:schemeClr>
                </a:solidFill>
              </a:defRPr>
            </a:lvl6pPr>
            <a:lvl7pPr marL="10972800" indent="0">
              <a:buNone/>
              <a:defRPr sz="6400">
                <a:solidFill>
                  <a:schemeClr val="tx1">
                    <a:tint val="75000"/>
                  </a:schemeClr>
                </a:solidFill>
              </a:defRPr>
            </a:lvl7pPr>
            <a:lvl8pPr marL="12801600" indent="0">
              <a:buNone/>
              <a:defRPr sz="6400">
                <a:solidFill>
                  <a:schemeClr val="tx1">
                    <a:tint val="75000"/>
                  </a:schemeClr>
                </a:solidFill>
              </a:defRPr>
            </a:lvl8pPr>
            <a:lvl9pPr marL="14630400" indent="0">
              <a:buNone/>
              <a:defRPr sz="6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CA7DCA-DEA3-4AB3-80C2-40A3354AD160}"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4150A-3DBF-460D-AD45-FD7B914F3BB2}" type="slidenum">
              <a:rPr lang="en-US" smtClean="0"/>
              <a:t>‹#›</a:t>
            </a:fld>
            <a:endParaRPr lang="en-US"/>
          </a:p>
        </p:txBody>
      </p:sp>
    </p:spTree>
    <p:extLst>
      <p:ext uri="{BB962C8B-B14F-4D97-AF65-F5344CB8AC3E}">
        <p14:creationId xmlns:p14="http://schemas.microsoft.com/office/powerpoint/2010/main" val="2762064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14600" y="7789333"/>
            <a:ext cx="15544800" cy="185657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516600" y="7789333"/>
            <a:ext cx="15544800" cy="185657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CA7DCA-DEA3-4AB3-80C2-40A3354AD160}"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4150A-3DBF-460D-AD45-FD7B914F3BB2}" type="slidenum">
              <a:rPr lang="en-US" smtClean="0"/>
              <a:t>‹#›</a:t>
            </a:fld>
            <a:endParaRPr lang="en-US"/>
          </a:p>
        </p:txBody>
      </p:sp>
    </p:spTree>
    <p:extLst>
      <p:ext uri="{BB962C8B-B14F-4D97-AF65-F5344CB8AC3E}">
        <p14:creationId xmlns:p14="http://schemas.microsoft.com/office/powerpoint/2010/main" val="1562871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557873"/>
            <a:ext cx="31546800" cy="5655735"/>
          </a:xfrm>
        </p:spPr>
        <p:txBody>
          <a:bodyPr/>
          <a:lstStyle/>
          <a:p>
            <a:r>
              <a:rPr lang="en-US"/>
              <a:t>Click to edit Master title style</a:t>
            </a:r>
            <a:endParaRPr lang="en-US" dirty="0"/>
          </a:p>
        </p:txBody>
      </p:sp>
      <p:sp>
        <p:nvSpPr>
          <p:cNvPr id="3" name="Text Placeholder 2"/>
          <p:cNvSpPr>
            <a:spLocks noGrp="1"/>
          </p:cNvSpPr>
          <p:nvPr>
            <p:ph type="body" idx="1"/>
          </p:nvPr>
        </p:nvSpPr>
        <p:spPr>
          <a:xfrm>
            <a:off x="2519368" y="7172962"/>
            <a:ext cx="15473360" cy="3515358"/>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a:t>Click to edit Master text styles</a:t>
            </a:r>
          </a:p>
        </p:txBody>
      </p:sp>
      <p:sp>
        <p:nvSpPr>
          <p:cNvPr id="4" name="Content Placeholder 3"/>
          <p:cNvSpPr>
            <a:spLocks noGrp="1"/>
          </p:cNvSpPr>
          <p:nvPr>
            <p:ph sz="half" idx="2"/>
          </p:nvPr>
        </p:nvSpPr>
        <p:spPr>
          <a:xfrm>
            <a:off x="2519368" y="10688320"/>
            <a:ext cx="15473360" cy="157209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516602" y="7172962"/>
            <a:ext cx="15549564" cy="3515358"/>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a:t>Click to edit Master text styles</a:t>
            </a:r>
          </a:p>
        </p:txBody>
      </p:sp>
      <p:sp>
        <p:nvSpPr>
          <p:cNvPr id="6" name="Content Placeholder 5"/>
          <p:cNvSpPr>
            <a:spLocks noGrp="1"/>
          </p:cNvSpPr>
          <p:nvPr>
            <p:ph sz="quarter" idx="4"/>
          </p:nvPr>
        </p:nvSpPr>
        <p:spPr>
          <a:xfrm>
            <a:off x="18516602" y="10688320"/>
            <a:ext cx="15549564" cy="157209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CA7DCA-DEA3-4AB3-80C2-40A3354AD160}" type="datetimeFigureOut">
              <a:rPr lang="en-US" smtClean="0"/>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14150A-3DBF-460D-AD45-FD7B914F3BB2}" type="slidenum">
              <a:rPr lang="en-US" smtClean="0"/>
              <a:t>‹#›</a:t>
            </a:fld>
            <a:endParaRPr lang="en-US"/>
          </a:p>
        </p:txBody>
      </p:sp>
    </p:spTree>
    <p:extLst>
      <p:ext uri="{BB962C8B-B14F-4D97-AF65-F5344CB8AC3E}">
        <p14:creationId xmlns:p14="http://schemas.microsoft.com/office/powerpoint/2010/main" val="1657385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CA7DCA-DEA3-4AB3-80C2-40A3354AD160}" type="datetimeFigureOut">
              <a:rPr lang="en-US" smtClean="0"/>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14150A-3DBF-460D-AD45-FD7B914F3BB2}" type="slidenum">
              <a:rPr lang="en-US" smtClean="0"/>
              <a:t>‹#›</a:t>
            </a:fld>
            <a:endParaRPr lang="en-US"/>
          </a:p>
        </p:txBody>
      </p:sp>
    </p:spTree>
    <p:extLst>
      <p:ext uri="{BB962C8B-B14F-4D97-AF65-F5344CB8AC3E}">
        <p14:creationId xmlns:p14="http://schemas.microsoft.com/office/powerpoint/2010/main" val="1886675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CA7DCA-DEA3-4AB3-80C2-40A3354AD160}" type="datetimeFigureOut">
              <a:rPr lang="en-US" smtClean="0"/>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14150A-3DBF-460D-AD45-FD7B914F3BB2}" type="slidenum">
              <a:rPr lang="en-US" smtClean="0"/>
              <a:t>‹#›</a:t>
            </a:fld>
            <a:endParaRPr lang="en-US"/>
          </a:p>
        </p:txBody>
      </p:sp>
    </p:spTree>
    <p:extLst>
      <p:ext uri="{BB962C8B-B14F-4D97-AF65-F5344CB8AC3E}">
        <p14:creationId xmlns:p14="http://schemas.microsoft.com/office/powerpoint/2010/main" val="2400344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950720"/>
            <a:ext cx="11796712" cy="6827520"/>
          </a:xfrm>
        </p:spPr>
        <p:txBody>
          <a:bodyPr anchor="b"/>
          <a:lstStyle>
            <a:lvl1pPr>
              <a:defRPr sz="12800"/>
            </a:lvl1pPr>
          </a:lstStyle>
          <a:p>
            <a:r>
              <a:rPr lang="en-US"/>
              <a:t>Click to edit Master title style</a:t>
            </a:r>
            <a:endParaRPr lang="en-US" dirty="0"/>
          </a:p>
        </p:txBody>
      </p:sp>
      <p:sp>
        <p:nvSpPr>
          <p:cNvPr id="3" name="Content Placeholder 2"/>
          <p:cNvSpPr>
            <a:spLocks noGrp="1"/>
          </p:cNvSpPr>
          <p:nvPr>
            <p:ph idx="1"/>
          </p:nvPr>
        </p:nvSpPr>
        <p:spPr>
          <a:xfrm>
            <a:off x="15549564" y="4213020"/>
            <a:ext cx="18516600" cy="20794133"/>
          </a:xfrm>
        </p:spPr>
        <p:txBody>
          <a:bodyPr/>
          <a:lstStyle>
            <a:lvl1pPr>
              <a:defRPr sz="12800"/>
            </a:lvl1pPr>
            <a:lvl2pPr>
              <a:defRPr sz="11200"/>
            </a:lvl2pPr>
            <a:lvl3pPr>
              <a:defRPr sz="9600"/>
            </a:lvl3pPr>
            <a:lvl4pPr>
              <a:defRPr sz="8000"/>
            </a:lvl4pPr>
            <a:lvl5pPr>
              <a:defRPr sz="8000"/>
            </a:lvl5pPr>
            <a:lvl6pPr>
              <a:defRPr sz="8000"/>
            </a:lvl6pPr>
            <a:lvl7pPr>
              <a:defRPr sz="8000"/>
            </a:lvl7pPr>
            <a:lvl8pPr>
              <a:defRPr sz="8000"/>
            </a:lvl8pPr>
            <a:lvl9pPr>
              <a:defRPr sz="8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19364" y="8778240"/>
            <a:ext cx="11796712" cy="16262775"/>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33CA7DCA-DEA3-4AB3-80C2-40A3354AD160}"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4150A-3DBF-460D-AD45-FD7B914F3BB2}" type="slidenum">
              <a:rPr lang="en-US" smtClean="0"/>
              <a:t>‹#›</a:t>
            </a:fld>
            <a:endParaRPr lang="en-US"/>
          </a:p>
        </p:txBody>
      </p:sp>
    </p:spTree>
    <p:extLst>
      <p:ext uri="{BB962C8B-B14F-4D97-AF65-F5344CB8AC3E}">
        <p14:creationId xmlns:p14="http://schemas.microsoft.com/office/powerpoint/2010/main" val="924012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950720"/>
            <a:ext cx="11796712" cy="6827520"/>
          </a:xfrm>
        </p:spPr>
        <p:txBody>
          <a:bodyPr anchor="b"/>
          <a:lstStyle>
            <a:lvl1pPr>
              <a:defRPr sz="1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5549564" y="4213020"/>
            <a:ext cx="18516600" cy="20794133"/>
          </a:xfrm>
        </p:spPr>
        <p:txBody>
          <a:bodyPr anchor="t"/>
          <a:lstStyle>
            <a:lvl1pPr marL="0" indent="0">
              <a:buNone/>
              <a:defRPr sz="12800"/>
            </a:lvl1pPr>
            <a:lvl2pPr marL="1828800" indent="0">
              <a:buNone/>
              <a:defRPr sz="11200"/>
            </a:lvl2pPr>
            <a:lvl3pPr marL="3657600" indent="0">
              <a:buNone/>
              <a:defRPr sz="9600"/>
            </a:lvl3pPr>
            <a:lvl4pPr marL="5486400" indent="0">
              <a:buNone/>
              <a:defRPr sz="8000"/>
            </a:lvl4pPr>
            <a:lvl5pPr marL="7315200" indent="0">
              <a:buNone/>
              <a:defRPr sz="8000"/>
            </a:lvl5pPr>
            <a:lvl6pPr marL="9144000" indent="0">
              <a:buNone/>
              <a:defRPr sz="8000"/>
            </a:lvl6pPr>
            <a:lvl7pPr marL="10972800" indent="0">
              <a:buNone/>
              <a:defRPr sz="8000"/>
            </a:lvl7pPr>
            <a:lvl8pPr marL="12801600" indent="0">
              <a:buNone/>
              <a:defRPr sz="8000"/>
            </a:lvl8pPr>
            <a:lvl9pPr marL="14630400" indent="0">
              <a:buNone/>
              <a:defRPr sz="8000"/>
            </a:lvl9pPr>
          </a:lstStyle>
          <a:p>
            <a:r>
              <a:rPr lang="en-US"/>
              <a:t>Click icon to add picture</a:t>
            </a:r>
            <a:endParaRPr lang="en-US" dirty="0"/>
          </a:p>
        </p:txBody>
      </p:sp>
      <p:sp>
        <p:nvSpPr>
          <p:cNvPr id="4" name="Text Placeholder 3"/>
          <p:cNvSpPr>
            <a:spLocks noGrp="1"/>
          </p:cNvSpPr>
          <p:nvPr>
            <p:ph type="body" sz="half" idx="2"/>
          </p:nvPr>
        </p:nvSpPr>
        <p:spPr>
          <a:xfrm>
            <a:off x="2519364" y="8778240"/>
            <a:ext cx="11796712" cy="16262775"/>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33CA7DCA-DEA3-4AB3-80C2-40A3354AD160}"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4150A-3DBF-460D-AD45-FD7B914F3BB2}" type="slidenum">
              <a:rPr lang="en-US" smtClean="0"/>
              <a:t>‹#›</a:t>
            </a:fld>
            <a:endParaRPr lang="en-US"/>
          </a:p>
        </p:txBody>
      </p:sp>
    </p:spTree>
    <p:extLst>
      <p:ext uri="{BB962C8B-B14F-4D97-AF65-F5344CB8AC3E}">
        <p14:creationId xmlns:p14="http://schemas.microsoft.com/office/powerpoint/2010/main" val="1842112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CA7DCA-DEA3-4AB3-80C2-40A3354AD160}"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4150A-3DBF-460D-AD45-FD7B914F3BB2}" type="slidenum">
              <a:rPr lang="en-US" smtClean="0"/>
              <a:t>‹#›</a:t>
            </a:fld>
            <a:endParaRPr lang="en-US"/>
          </a:p>
        </p:txBody>
      </p:sp>
    </p:spTree>
    <p:extLst>
      <p:ext uri="{BB962C8B-B14F-4D97-AF65-F5344CB8AC3E}">
        <p14:creationId xmlns:p14="http://schemas.microsoft.com/office/powerpoint/2010/main" val="4245335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174702" y="1557867"/>
            <a:ext cx="7886700" cy="2479717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514602" y="1557867"/>
            <a:ext cx="23202900" cy="247971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CA7DCA-DEA3-4AB3-80C2-40A3354AD160}"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4150A-3DBF-460D-AD45-FD7B914F3BB2}" type="slidenum">
              <a:rPr lang="en-US" smtClean="0"/>
              <a:t>‹#›</a:t>
            </a:fld>
            <a:endParaRPr lang="en-US"/>
          </a:p>
        </p:txBody>
      </p:sp>
    </p:spTree>
    <p:extLst>
      <p:ext uri="{BB962C8B-B14F-4D97-AF65-F5344CB8AC3E}">
        <p14:creationId xmlns:p14="http://schemas.microsoft.com/office/powerpoint/2010/main" val="959028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1557873"/>
            <a:ext cx="31546800" cy="56557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514600" y="7789333"/>
            <a:ext cx="31546800" cy="185657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514600" y="27120433"/>
            <a:ext cx="8229600" cy="1557867"/>
          </a:xfrm>
          <a:prstGeom prst="rect">
            <a:avLst/>
          </a:prstGeom>
        </p:spPr>
        <p:txBody>
          <a:bodyPr vert="horz" lIns="91440" tIns="45720" rIns="91440" bIns="45720" rtlCol="0" anchor="ctr"/>
          <a:lstStyle>
            <a:lvl1pPr algn="l">
              <a:defRPr sz="4800">
                <a:solidFill>
                  <a:schemeClr val="tx1">
                    <a:tint val="75000"/>
                  </a:schemeClr>
                </a:solidFill>
              </a:defRPr>
            </a:lvl1pPr>
          </a:lstStyle>
          <a:p>
            <a:fld id="{33CA7DCA-DEA3-4AB3-80C2-40A3354AD160}" type="datetimeFigureOut">
              <a:rPr lang="en-US" smtClean="0"/>
              <a:t>3/23/2026</a:t>
            </a:fld>
            <a:endParaRPr lang="en-US"/>
          </a:p>
        </p:txBody>
      </p:sp>
      <p:sp>
        <p:nvSpPr>
          <p:cNvPr id="5" name="Footer Placeholder 4"/>
          <p:cNvSpPr>
            <a:spLocks noGrp="1"/>
          </p:cNvSpPr>
          <p:nvPr>
            <p:ph type="ftr" sz="quarter" idx="3"/>
          </p:nvPr>
        </p:nvSpPr>
        <p:spPr>
          <a:xfrm>
            <a:off x="12115800" y="27120433"/>
            <a:ext cx="12344400" cy="1557867"/>
          </a:xfrm>
          <a:prstGeom prst="rect">
            <a:avLst/>
          </a:prstGeom>
        </p:spPr>
        <p:txBody>
          <a:bodyPr vert="horz" lIns="91440" tIns="45720" rIns="91440" bIns="4572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5831800" y="27120433"/>
            <a:ext cx="8229600" cy="1557867"/>
          </a:xfrm>
          <a:prstGeom prst="rect">
            <a:avLst/>
          </a:prstGeom>
        </p:spPr>
        <p:txBody>
          <a:bodyPr vert="horz" lIns="91440" tIns="45720" rIns="91440" bIns="45720" rtlCol="0" anchor="ctr"/>
          <a:lstStyle>
            <a:lvl1pPr algn="r">
              <a:defRPr sz="4800">
                <a:solidFill>
                  <a:schemeClr val="tx1">
                    <a:tint val="75000"/>
                  </a:schemeClr>
                </a:solidFill>
              </a:defRPr>
            </a:lvl1pPr>
          </a:lstStyle>
          <a:p>
            <a:fld id="{FA14150A-3DBF-460D-AD45-FD7B914F3BB2}" type="slidenum">
              <a:rPr lang="en-US" smtClean="0"/>
              <a:t>‹#›</a:t>
            </a:fld>
            <a:endParaRPr lang="en-US"/>
          </a:p>
        </p:txBody>
      </p:sp>
    </p:spTree>
    <p:extLst>
      <p:ext uri="{BB962C8B-B14F-4D97-AF65-F5344CB8AC3E}">
        <p14:creationId xmlns:p14="http://schemas.microsoft.com/office/powerpoint/2010/main" val="23525158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657600" rtl="0" eaLnBrk="1" latinLnBrk="0" hangingPunct="1">
        <a:lnSpc>
          <a:spcPct val="90000"/>
        </a:lnSpc>
        <a:spcBef>
          <a:spcPct val="0"/>
        </a:spcBef>
        <a:buNone/>
        <a:defRPr sz="17600" kern="1200">
          <a:solidFill>
            <a:schemeClr val="tx1"/>
          </a:solidFill>
          <a:latin typeface="+mj-lt"/>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11200" kern="1200">
          <a:solidFill>
            <a:schemeClr val="tx1"/>
          </a:solidFill>
          <a:latin typeface="+mn-lt"/>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9600" kern="1200">
          <a:solidFill>
            <a:schemeClr val="tx1"/>
          </a:solidFill>
          <a:latin typeface="+mn-lt"/>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8000" kern="1200">
          <a:solidFill>
            <a:schemeClr val="tx1"/>
          </a:solidFill>
          <a:latin typeface="+mn-lt"/>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3865"/>
            </a:gs>
            <a:gs pos="100000">
              <a:srgbClr val="003865"/>
            </a:gs>
            <a:gs pos="51000">
              <a:srgbClr val="0064B1"/>
            </a:gs>
          </a:gsLst>
          <a:lin ang="5400000" scaled="1"/>
          <a:tileRect/>
        </a:gra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50A89E60-E68B-E941-D961-C1ECC0C93C00}"/>
              </a:ext>
            </a:extLst>
          </p:cNvPr>
          <p:cNvSpPr>
            <a:spLocks noGrp="1" noRot="1" noMove="1" noResize="1" noEditPoints="1" noAdjustHandles="1" noChangeArrowheads="1" noChangeShapeType="1"/>
          </p:cNvSpPr>
          <p:nvPr/>
        </p:nvSpPr>
        <p:spPr>
          <a:xfrm>
            <a:off x="9608795" y="22171114"/>
            <a:ext cx="12911328" cy="470840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5EC45BE0-8E04-E88B-5503-B484CF77D915}"/>
              </a:ext>
            </a:extLst>
          </p:cNvPr>
          <p:cNvSpPr>
            <a:spLocks noGrp="1" noRot="1" noMove="1" noResize="1" noEditPoints="1" noAdjustHandles="1" noChangeArrowheads="1" noChangeShapeType="1"/>
          </p:cNvSpPr>
          <p:nvPr/>
        </p:nvSpPr>
        <p:spPr>
          <a:xfrm>
            <a:off x="23022709" y="22460180"/>
            <a:ext cx="12922469" cy="441934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E53CB03C-05D0-5D75-961F-FE9FA7FA445D}"/>
              </a:ext>
            </a:extLst>
          </p:cNvPr>
          <p:cNvSpPr>
            <a:spLocks/>
          </p:cNvSpPr>
          <p:nvPr/>
        </p:nvSpPr>
        <p:spPr>
          <a:xfrm>
            <a:off x="9592056" y="13222504"/>
            <a:ext cx="26316032" cy="8229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82B69968-2975-C3C8-30FC-4A48745F55FE}"/>
              </a:ext>
            </a:extLst>
          </p:cNvPr>
          <p:cNvSpPr>
            <a:spLocks noGrp="1" noRot="1" noMove="1" noResize="1" noEditPoints="1" noAdjustHandles="1" noChangeArrowheads="1" noChangeShapeType="1"/>
          </p:cNvSpPr>
          <p:nvPr/>
        </p:nvSpPr>
        <p:spPr>
          <a:xfrm>
            <a:off x="701152" y="15871149"/>
            <a:ext cx="8339328" cy="1100837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Rectangle 45">
            <a:extLst>
              <a:ext uri="{FF2B5EF4-FFF2-40B4-BE49-F238E27FC236}">
                <a16:creationId xmlns:a16="http://schemas.microsoft.com/office/drawing/2014/main" id="{5DEB8687-2368-251E-2415-48333C090375}"/>
              </a:ext>
            </a:extLst>
          </p:cNvPr>
          <p:cNvSpPr>
            <a:spLocks noGrp="1" noRot="1" noMove="1" noResize="1" noEditPoints="1" noAdjustHandles="1" noChangeArrowheads="1" noChangeShapeType="1"/>
          </p:cNvSpPr>
          <p:nvPr/>
        </p:nvSpPr>
        <p:spPr>
          <a:xfrm>
            <a:off x="670732" y="4481776"/>
            <a:ext cx="8339328" cy="1100837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Rectangle 24">
            <a:extLst>
              <a:ext uri="{FF2B5EF4-FFF2-40B4-BE49-F238E27FC236}">
                <a16:creationId xmlns:a16="http://schemas.microsoft.com/office/drawing/2014/main" id="{701C8C57-32AA-8A60-E121-36D1425EE3B3}"/>
              </a:ext>
            </a:extLst>
          </p:cNvPr>
          <p:cNvSpPr>
            <a:spLocks/>
          </p:cNvSpPr>
          <p:nvPr/>
        </p:nvSpPr>
        <p:spPr>
          <a:xfrm>
            <a:off x="9592056" y="4481776"/>
            <a:ext cx="26316432" cy="8229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 Placeholder 15">
            <a:extLst>
              <a:ext uri="{FF2B5EF4-FFF2-40B4-BE49-F238E27FC236}">
                <a16:creationId xmlns:a16="http://schemas.microsoft.com/office/drawing/2014/main" id="{33F52266-E4C8-D671-3222-B88C24D13C15}"/>
              </a:ext>
            </a:extLst>
          </p:cNvPr>
          <p:cNvSpPr txBox="1">
            <a:spLocks/>
          </p:cNvSpPr>
          <p:nvPr/>
        </p:nvSpPr>
        <p:spPr>
          <a:xfrm>
            <a:off x="0" y="3060230"/>
            <a:ext cx="36576000" cy="901658"/>
          </a:xfrm>
          <a:prstGeom prst="rect">
            <a:avLst/>
          </a:prstGeom>
        </p:spPr>
        <p:txBody>
          <a:bodyPr/>
          <a:lstStyle>
            <a:lvl1pPr marL="914400" indent="-914400" algn="l" defTabSz="3657600" rtl="0" eaLnBrk="1" latinLnBrk="0" hangingPunct="1">
              <a:lnSpc>
                <a:spcPct val="90000"/>
              </a:lnSpc>
              <a:spcBef>
                <a:spcPts val="4000"/>
              </a:spcBef>
              <a:buFont typeface="Arial" panose="020B0604020202020204" pitchFamily="34" charset="0"/>
              <a:buChar char="•"/>
              <a:defRPr sz="11200" kern="1200">
                <a:solidFill>
                  <a:schemeClr val="tx1"/>
                </a:solidFill>
                <a:latin typeface="+mn-lt"/>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9600" kern="1200">
                <a:solidFill>
                  <a:schemeClr val="tx1"/>
                </a:solidFill>
                <a:latin typeface="+mn-lt"/>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8000" kern="1200">
                <a:solidFill>
                  <a:schemeClr val="tx1"/>
                </a:solidFill>
                <a:latin typeface="+mn-lt"/>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a:lstStyle>
          <a:p>
            <a:pPr marL="0" indent="0" algn="ctr">
              <a:buNone/>
            </a:pPr>
            <a:r>
              <a:rPr lang="en-US" sz="4000" dirty="0">
                <a:solidFill>
                  <a:schemeClr val="bg1"/>
                </a:solidFill>
              </a:rPr>
              <a:t>Lastname1, F., Lastname2, F.,…</a:t>
            </a:r>
          </a:p>
        </p:txBody>
      </p:sp>
      <p:sp>
        <p:nvSpPr>
          <p:cNvPr id="27" name="Text Placeholder 16">
            <a:extLst>
              <a:ext uri="{FF2B5EF4-FFF2-40B4-BE49-F238E27FC236}">
                <a16:creationId xmlns:a16="http://schemas.microsoft.com/office/drawing/2014/main" id="{C9D83CA1-9B53-8544-04EE-99E60ED98935}"/>
              </a:ext>
            </a:extLst>
          </p:cNvPr>
          <p:cNvSpPr txBox="1">
            <a:spLocks/>
          </p:cNvSpPr>
          <p:nvPr/>
        </p:nvSpPr>
        <p:spPr>
          <a:xfrm>
            <a:off x="0" y="593358"/>
            <a:ext cx="36576000" cy="2228852"/>
          </a:xfrm>
          <a:prstGeom prst="rect">
            <a:avLst/>
          </a:prstGeom>
          <a:effectLst>
            <a:outerShdw blurRad="127000" dist="152400" dir="5400000" sx="133000" sy="133000" algn="t" rotWithShape="0">
              <a:prstClr val="black">
                <a:alpha val="72000"/>
              </a:prstClr>
            </a:outerShdw>
          </a:effectLst>
        </p:spPr>
        <p:txBody>
          <a:bodyPr/>
          <a:lstStyle>
            <a:lvl1pPr marL="914400" indent="-914400" algn="l" defTabSz="3657600" rtl="0" eaLnBrk="1" latinLnBrk="0" hangingPunct="1">
              <a:lnSpc>
                <a:spcPct val="90000"/>
              </a:lnSpc>
              <a:spcBef>
                <a:spcPts val="4000"/>
              </a:spcBef>
              <a:buFont typeface="Arial" panose="020B0604020202020204" pitchFamily="34" charset="0"/>
              <a:buChar char="•"/>
              <a:defRPr sz="11200" kern="1200">
                <a:solidFill>
                  <a:schemeClr val="tx1"/>
                </a:solidFill>
                <a:latin typeface="+mn-lt"/>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9600" kern="1200">
                <a:solidFill>
                  <a:schemeClr val="tx1"/>
                </a:solidFill>
                <a:latin typeface="+mn-lt"/>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8000" kern="1200">
                <a:solidFill>
                  <a:schemeClr val="tx1"/>
                </a:solidFill>
                <a:latin typeface="+mn-lt"/>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a:lstStyle>
          <a:p>
            <a:pPr marL="0" indent="0" algn="ctr">
              <a:buNone/>
            </a:pPr>
            <a:r>
              <a:rPr lang="en-US" dirty="0">
                <a:solidFill>
                  <a:schemeClr val="bg1"/>
                </a:solidFill>
              </a:rPr>
              <a:t>Project Name</a:t>
            </a:r>
          </a:p>
        </p:txBody>
      </p:sp>
      <p:sp>
        <p:nvSpPr>
          <p:cNvPr id="29" name="TextBox 28">
            <a:extLst>
              <a:ext uri="{FF2B5EF4-FFF2-40B4-BE49-F238E27FC236}">
                <a16:creationId xmlns:a16="http://schemas.microsoft.com/office/drawing/2014/main" id="{EFA16AD5-10A6-454D-2B42-0698776D3BA3}"/>
              </a:ext>
            </a:extLst>
          </p:cNvPr>
          <p:cNvSpPr txBox="1"/>
          <p:nvPr/>
        </p:nvSpPr>
        <p:spPr>
          <a:xfrm>
            <a:off x="9892735" y="5798693"/>
            <a:ext cx="8395265" cy="2562244"/>
          </a:xfrm>
          <a:prstGeom prst="rect">
            <a:avLst/>
          </a:prstGeom>
          <a:noFill/>
        </p:spPr>
        <p:txBody>
          <a:bodyPr wrap="square" lIns="171452" tIns="171452" rIns="171452" bIns="171452" rtlCol="0" anchor="t">
            <a:spAutoFit/>
          </a:bodyPr>
          <a:lstStyle/>
          <a:p>
            <a:pPr>
              <a:spcAft>
                <a:spcPts val="564"/>
              </a:spcAft>
            </a:pPr>
            <a:r>
              <a:rPr lang="en-US" sz="3600" dirty="0">
                <a:latin typeface="Arial" panose="020B0604020202020204" pitchFamily="34" charset="0"/>
                <a:cs typeface="Arial" panose="020B0604020202020204" pitchFamily="34" charset="0"/>
              </a:rPr>
              <a:t>This would be a </a:t>
            </a:r>
            <a:r>
              <a:rPr lang="en-US" sz="3600" dirty="0">
                <a:cs typeface="Arial" panose="020B0604020202020204" pitchFamily="34" charset="0"/>
              </a:rPr>
              <a:t>good</a:t>
            </a:r>
            <a:r>
              <a:rPr lang="en-US" sz="3600" dirty="0">
                <a:latin typeface="Arial" panose="020B0604020202020204" pitchFamily="34" charset="0"/>
                <a:cs typeface="Arial" panose="020B0604020202020204" pitchFamily="34" charset="0"/>
              </a:rPr>
              <a:t> place holder for your specifications, </a:t>
            </a:r>
            <a:r>
              <a:rPr lang="en-US" sz="3600" dirty="0">
                <a:cs typeface="Arial" panose="020B0604020202020204" pitchFamily="34" charset="0"/>
              </a:rPr>
              <a:t>constraints</a:t>
            </a:r>
            <a:r>
              <a:rPr lang="en-US" sz="3600" dirty="0">
                <a:latin typeface="Arial" panose="020B0604020202020204" pitchFamily="34" charset="0"/>
                <a:cs typeface="Arial" panose="020B0604020202020204" pitchFamily="34" charset="0"/>
              </a:rPr>
              <a:t>, initial analyses, conceptual design efforts, and down-select justification.</a:t>
            </a:r>
          </a:p>
        </p:txBody>
      </p:sp>
      <p:sp>
        <p:nvSpPr>
          <p:cNvPr id="30" name="TextBox 29">
            <a:extLst>
              <a:ext uri="{FF2B5EF4-FFF2-40B4-BE49-F238E27FC236}">
                <a16:creationId xmlns:a16="http://schemas.microsoft.com/office/drawing/2014/main" id="{59404F88-F4A6-D04C-97AF-DF4161437255}"/>
              </a:ext>
            </a:extLst>
          </p:cNvPr>
          <p:cNvSpPr txBox="1"/>
          <p:nvPr/>
        </p:nvSpPr>
        <p:spPr>
          <a:xfrm>
            <a:off x="10077033" y="14171010"/>
            <a:ext cx="8026665" cy="1454248"/>
          </a:xfrm>
          <a:prstGeom prst="rect">
            <a:avLst/>
          </a:prstGeom>
          <a:noFill/>
        </p:spPr>
        <p:txBody>
          <a:bodyPr wrap="square" lIns="171452" tIns="171452" rIns="171452" bIns="171452" rtlCol="0" anchor="t">
            <a:spAutoFit/>
          </a:bodyPr>
          <a:lstStyle/>
          <a:p>
            <a:pPr>
              <a:spcAft>
                <a:spcPts val="564"/>
              </a:spcAft>
            </a:pPr>
            <a:r>
              <a:rPr lang="en-US" sz="3600" dirty="0">
                <a:cs typeface="Arial" panose="020B0604020202020204" pitchFamily="34" charset="0"/>
              </a:rPr>
              <a:t>Default placeholder for your prototyping and test results. </a:t>
            </a:r>
          </a:p>
        </p:txBody>
      </p:sp>
      <p:sp>
        <p:nvSpPr>
          <p:cNvPr id="32" name="TextBox 31">
            <a:extLst>
              <a:ext uri="{FF2B5EF4-FFF2-40B4-BE49-F238E27FC236}">
                <a16:creationId xmlns:a16="http://schemas.microsoft.com/office/drawing/2014/main" id="{6164446C-1868-2117-3314-F05A5E8201F3}"/>
              </a:ext>
            </a:extLst>
          </p:cNvPr>
          <p:cNvSpPr txBox="1"/>
          <p:nvPr/>
        </p:nvSpPr>
        <p:spPr>
          <a:xfrm>
            <a:off x="869686" y="17009244"/>
            <a:ext cx="7849860" cy="5332233"/>
          </a:xfrm>
          <a:prstGeom prst="rect">
            <a:avLst/>
          </a:prstGeom>
          <a:noFill/>
        </p:spPr>
        <p:txBody>
          <a:bodyPr wrap="square" lIns="171452" tIns="171452" rIns="171452" bIns="171452" rtlCol="0" anchor="t">
            <a:spAutoFit/>
          </a:bodyPr>
          <a:lstStyle/>
          <a:p>
            <a:pPr>
              <a:spcAft>
                <a:spcPts val="564"/>
              </a:spcAft>
            </a:pPr>
            <a:r>
              <a:rPr lang="en-US" sz="3600" dirty="0">
                <a:cs typeface="Arial" panose="020B0604020202020204" pitchFamily="34" charset="0"/>
              </a:rPr>
              <a:t>High-level need as conveyed by the client. Even if your project calls for solving a very narrow, well-defined technical need, highlight its importance in some broader societal context. This is also a good place for reference info, prior art, statistical facts, expert quotes, etc. that justify why this is a problem worth solving.</a:t>
            </a:r>
          </a:p>
        </p:txBody>
      </p:sp>
      <p:pic>
        <p:nvPicPr>
          <p:cNvPr id="33" name="Picture 401" descr="slidedesign">
            <a:extLst>
              <a:ext uri="{FF2B5EF4-FFF2-40B4-BE49-F238E27FC236}">
                <a16:creationId xmlns:a16="http://schemas.microsoft.com/office/drawing/2014/main" id="{298E839D-CB5A-61CD-1AFC-B555F1DE0B3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22043531" y="7134373"/>
            <a:ext cx="3340462" cy="2606872"/>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E06E3F59-F740-D23E-1E2A-17506F3CFDFE}"/>
              </a:ext>
            </a:extLst>
          </p:cNvPr>
          <p:cNvSpPr txBox="1"/>
          <p:nvPr/>
        </p:nvSpPr>
        <p:spPr>
          <a:xfrm>
            <a:off x="19644634" y="9741245"/>
            <a:ext cx="7826692" cy="634646"/>
          </a:xfrm>
          <a:prstGeom prst="rect">
            <a:avLst/>
          </a:prstGeom>
          <a:noFill/>
        </p:spPr>
        <p:txBody>
          <a:bodyPr wrap="square" lIns="171452" tIns="85724" rIns="171452" bIns="85724" rtlCol="0">
            <a:spAutoFit/>
          </a:bodyPr>
          <a:lstStyle/>
          <a:p>
            <a:pPr algn="ctr">
              <a:spcAft>
                <a:spcPts val="564"/>
              </a:spcAft>
            </a:pPr>
            <a:r>
              <a:rPr lang="en-US" sz="2624" i="1" dirty="0">
                <a:latin typeface="Arial" panose="020B0604020202020204" pitchFamily="34" charset="0"/>
                <a:cs typeface="Arial" panose="020B0604020202020204" pitchFamily="34" charset="0"/>
              </a:rPr>
              <a:t>Figure 1. Figure caption in the bottom</a:t>
            </a:r>
          </a:p>
        </p:txBody>
      </p:sp>
      <p:graphicFrame>
        <p:nvGraphicFramePr>
          <p:cNvPr id="35" name="Table 34">
            <a:extLst>
              <a:ext uri="{FF2B5EF4-FFF2-40B4-BE49-F238E27FC236}">
                <a16:creationId xmlns:a16="http://schemas.microsoft.com/office/drawing/2014/main" id="{FD124E58-3AC9-D818-2AB0-2F3263CCF928}"/>
              </a:ext>
            </a:extLst>
          </p:cNvPr>
          <p:cNvGraphicFramePr>
            <a:graphicFrameLocks noGrp="1"/>
          </p:cNvGraphicFramePr>
          <p:nvPr>
            <p:extLst>
              <p:ext uri="{D42A27DB-BD31-4B8C-83A1-F6EECF244321}">
                <p14:modId xmlns:p14="http://schemas.microsoft.com/office/powerpoint/2010/main" val="3436674984"/>
              </p:ext>
            </p:extLst>
          </p:nvPr>
        </p:nvGraphicFramePr>
        <p:xfrm>
          <a:off x="24732272" y="16470245"/>
          <a:ext cx="6248401" cy="2506101"/>
        </p:xfrm>
        <a:graphic>
          <a:graphicData uri="http://schemas.openxmlformats.org/drawingml/2006/table">
            <a:tbl>
              <a:tblPr firstRow="1" bandRow="1">
                <a:tableStyleId>{8EC20E35-A176-4012-BC5E-935CFFF8708E}</a:tableStyleId>
              </a:tblPr>
              <a:tblGrid>
                <a:gridCol w="1167643">
                  <a:extLst>
                    <a:ext uri="{9D8B030D-6E8A-4147-A177-3AD203B41FA5}">
                      <a16:colId xmlns:a16="http://schemas.microsoft.com/office/drawing/2014/main" val="20000"/>
                    </a:ext>
                  </a:extLst>
                </a:gridCol>
                <a:gridCol w="2540379">
                  <a:extLst>
                    <a:ext uri="{9D8B030D-6E8A-4147-A177-3AD203B41FA5}">
                      <a16:colId xmlns:a16="http://schemas.microsoft.com/office/drawing/2014/main" val="20001"/>
                    </a:ext>
                  </a:extLst>
                </a:gridCol>
                <a:gridCol w="2540379">
                  <a:extLst>
                    <a:ext uri="{9D8B030D-6E8A-4147-A177-3AD203B41FA5}">
                      <a16:colId xmlns:a16="http://schemas.microsoft.com/office/drawing/2014/main" val="20002"/>
                    </a:ext>
                  </a:extLst>
                </a:gridCol>
              </a:tblGrid>
              <a:tr h="575889">
                <a:tc>
                  <a:txBody>
                    <a:bodyPr/>
                    <a:lstStyle/>
                    <a:p>
                      <a:pPr algn="ctr"/>
                      <a:r>
                        <a:rPr lang="en-US" sz="2200" dirty="0"/>
                        <a:t>Header</a:t>
                      </a:r>
                    </a:p>
                  </a:txBody>
                  <a:tcPr marL="69387" marR="69387" marT="34695" marB="346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865"/>
                    </a:solidFill>
                  </a:tcPr>
                </a:tc>
                <a:tc>
                  <a:txBody>
                    <a:bodyPr/>
                    <a:lstStyle/>
                    <a:p>
                      <a:pPr algn="ctr"/>
                      <a:r>
                        <a:rPr lang="en-US" sz="2200" dirty="0"/>
                        <a:t>Header</a:t>
                      </a:r>
                    </a:p>
                  </a:txBody>
                  <a:tcPr marL="69387" marR="69387" marT="34695" marB="346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865"/>
                    </a:solidFill>
                  </a:tcPr>
                </a:tc>
                <a:tc>
                  <a:txBody>
                    <a:bodyPr/>
                    <a:lstStyle/>
                    <a:p>
                      <a:pPr algn="ctr"/>
                      <a:r>
                        <a:rPr lang="en-US" sz="2200" dirty="0"/>
                        <a:t>Header</a:t>
                      </a:r>
                    </a:p>
                  </a:txBody>
                  <a:tcPr marL="69387" marR="69387" marT="34695" marB="346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865"/>
                    </a:solidFill>
                  </a:tcPr>
                </a:tc>
                <a:extLst>
                  <a:ext uri="{0D108BD9-81ED-4DB2-BD59-A6C34878D82A}">
                    <a16:rowId xmlns:a16="http://schemas.microsoft.com/office/drawing/2014/main" val="10000"/>
                  </a:ext>
                </a:extLst>
              </a:tr>
              <a:tr h="965106">
                <a:tc>
                  <a:txBody>
                    <a:bodyPr/>
                    <a:lstStyle/>
                    <a:p>
                      <a:pPr algn="ctr"/>
                      <a:r>
                        <a:rPr lang="en-US" sz="2200" dirty="0"/>
                        <a:t>1</a:t>
                      </a:r>
                    </a:p>
                  </a:txBody>
                  <a:tcPr marL="69387" marR="69387" marT="34695" marB="346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200" dirty="0"/>
                        <a:t>Table value</a:t>
                      </a:r>
                    </a:p>
                  </a:txBody>
                  <a:tcPr marL="69387" marR="69387" marT="34695" marB="346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200" dirty="0"/>
                        <a:t>Table value</a:t>
                      </a:r>
                    </a:p>
                  </a:txBody>
                  <a:tcPr marL="69387" marR="69387" marT="34695" marB="346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965106">
                <a:tc>
                  <a:txBody>
                    <a:bodyPr/>
                    <a:lstStyle/>
                    <a:p>
                      <a:pPr algn="ctr"/>
                      <a:r>
                        <a:rPr lang="en-US" sz="2200" dirty="0"/>
                        <a:t>2</a:t>
                      </a:r>
                    </a:p>
                  </a:txBody>
                  <a:tcPr marL="69387" marR="69387" marT="34695" marB="346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200" dirty="0"/>
                        <a:t>Table value</a:t>
                      </a:r>
                    </a:p>
                  </a:txBody>
                  <a:tcPr marL="69387" marR="69387" marT="34695" marB="346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200" dirty="0"/>
                        <a:t>Table value</a:t>
                      </a:r>
                    </a:p>
                  </a:txBody>
                  <a:tcPr marL="69387" marR="69387" marT="34695" marB="3469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36" name="TextBox 35">
            <a:extLst>
              <a:ext uri="{FF2B5EF4-FFF2-40B4-BE49-F238E27FC236}">
                <a16:creationId xmlns:a16="http://schemas.microsoft.com/office/drawing/2014/main" id="{8790EE02-1299-EE89-C32C-38811BF1CAEF}"/>
              </a:ext>
            </a:extLst>
          </p:cNvPr>
          <p:cNvSpPr txBox="1"/>
          <p:nvPr/>
        </p:nvSpPr>
        <p:spPr>
          <a:xfrm>
            <a:off x="25240278" y="15770770"/>
            <a:ext cx="4710092" cy="576951"/>
          </a:xfrm>
          <a:prstGeom prst="rect">
            <a:avLst/>
          </a:prstGeom>
          <a:noFill/>
        </p:spPr>
        <p:txBody>
          <a:bodyPr wrap="square" lIns="171452" tIns="85724" rIns="171452" bIns="85724" rtlCol="0">
            <a:spAutoFit/>
          </a:bodyPr>
          <a:lstStyle/>
          <a:p>
            <a:pPr algn="ctr">
              <a:spcAft>
                <a:spcPts val="564"/>
              </a:spcAft>
            </a:pPr>
            <a:r>
              <a:rPr lang="en-US" sz="2624" i="1" dirty="0">
                <a:latin typeface="Arial" panose="020B0604020202020204" pitchFamily="34" charset="0"/>
                <a:cs typeface="Arial" panose="020B0604020202020204" pitchFamily="34" charset="0"/>
              </a:rPr>
              <a:t>Table 1. Table caption on top</a:t>
            </a:r>
          </a:p>
        </p:txBody>
      </p:sp>
      <p:sp>
        <p:nvSpPr>
          <p:cNvPr id="39" name="Rectangle 38">
            <a:extLst>
              <a:ext uri="{FF2B5EF4-FFF2-40B4-BE49-F238E27FC236}">
                <a16:creationId xmlns:a16="http://schemas.microsoft.com/office/drawing/2014/main" id="{8291CBD0-C637-3321-B243-7327B702D622}"/>
              </a:ext>
            </a:extLst>
          </p:cNvPr>
          <p:cNvSpPr>
            <a:spLocks noGrp="1" noRot="1" noMove="1" noResize="1" noEditPoints="1" noAdjustHandles="1" noChangeArrowheads="1" noChangeShapeType="1"/>
          </p:cNvSpPr>
          <p:nvPr/>
        </p:nvSpPr>
        <p:spPr>
          <a:xfrm>
            <a:off x="9614365" y="21865197"/>
            <a:ext cx="12911328" cy="611834"/>
          </a:xfrm>
          <a:prstGeom prst="rect">
            <a:avLst/>
          </a:prstGeom>
          <a:gradFill>
            <a:gsLst>
              <a:gs pos="36690">
                <a:schemeClr val="tx1">
                  <a:lumMod val="85000"/>
                  <a:lumOff val="15000"/>
                </a:schemeClr>
              </a:gs>
              <a:gs pos="19000">
                <a:schemeClr val="bg1">
                  <a:lumMod val="50000"/>
                </a:schemeClr>
              </a:gs>
              <a:gs pos="0">
                <a:schemeClr val="tx2"/>
              </a:gs>
              <a:gs pos="88000">
                <a:schemeClr val="bg2">
                  <a:lumMod val="25000"/>
                </a:schemeClr>
              </a:gs>
              <a:gs pos="71000">
                <a:schemeClr val="bg1">
                  <a:lumMod val="65000"/>
                </a:schemeClr>
              </a:gs>
              <a:gs pos="100000">
                <a:schemeClr val="bg2">
                  <a:lumMod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algn="ctr"/>
            <a:r>
              <a:rPr lang="en-US" sz="3376" b="1" dirty="0">
                <a:solidFill>
                  <a:schemeClr val="bg1"/>
                </a:solidFill>
                <a:effectLst>
                  <a:outerShdw blurRad="50800" dist="38100" dir="13500000" algn="br" rotWithShape="0">
                    <a:prstClr val="black">
                      <a:alpha val="40000"/>
                    </a:prstClr>
                  </a:outerShdw>
                </a:effectLst>
              </a:rPr>
              <a:t>Conclusions and Future Work</a:t>
            </a:r>
          </a:p>
        </p:txBody>
      </p:sp>
      <p:sp>
        <p:nvSpPr>
          <p:cNvPr id="40" name="TextBox 39">
            <a:extLst>
              <a:ext uri="{FF2B5EF4-FFF2-40B4-BE49-F238E27FC236}">
                <a16:creationId xmlns:a16="http://schemas.microsoft.com/office/drawing/2014/main" id="{E5E32D45-850C-8311-F3EB-B5F50F5DD655}"/>
              </a:ext>
            </a:extLst>
          </p:cNvPr>
          <p:cNvSpPr txBox="1"/>
          <p:nvPr/>
        </p:nvSpPr>
        <p:spPr>
          <a:xfrm>
            <a:off x="9683877" y="23067929"/>
            <a:ext cx="12020776" cy="3116242"/>
          </a:xfrm>
          <a:prstGeom prst="rect">
            <a:avLst/>
          </a:prstGeom>
          <a:noFill/>
        </p:spPr>
        <p:txBody>
          <a:bodyPr wrap="square" lIns="171452" tIns="171452" rIns="171452" bIns="171452" rtlCol="0" anchor="t">
            <a:spAutoFit/>
          </a:bodyPr>
          <a:lstStyle/>
          <a:p>
            <a:pPr marL="241300" indent="-241300">
              <a:spcAft>
                <a:spcPts val="564"/>
              </a:spcAft>
              <a:buFont typeface="Arial" panose="020B0604020202020204" pitchFamily="34" charset="0"/>
              <a:buChar char="•"/>
            </a:pPr>
            <a:r>
              <a:rPr lang="en-US" sz="3600" dirty="0">
                <a:latin typeface="Arial" panose="020B0604020202020204" pitchFamily="34" charset="0"/>
                <a:cs typeface="Arial" panose="020B0604020202020204" pitchFamily="34" charset="0"/>
              </a:rPr>
              <a:t>Assessment of how well your chosen design matched the client’s original goals, specifications and constraints. Highlight insights, lessons learned, future plans, etc. Acknowledge your client, sponsors, and other sources of support towards your work.</a:t>
            </a:r>
          </a:p>
        </p:txBody>
      </p:sp>
      <p:sp>
        <p:nvSpPr>
          <p:cNvPr id="41" name="TextBox 40">
            <a:extLst>
              <a:ext uri="{FF2B5EF4-FFF2-40B4-BE49-F238E27FC236}">
                <a16:creationId xmlns:a16="http://schemas.microsoft.com/office/drawing/2014/main" id="{B2AC4885-15A9-18CA-4684-D6A4975AD09C}"/>
              </a:ext>
            </a:extLst>
          </p:cNvPr>
          <p:cNvSpPr txBox="1"/>
          <p:nvPr/>
        </p:nvSpPr>
        <p:spPr>
          <a:xfrm>
            <a:off x="23270966" y="22649417"/>
            <a:ext cx="12359986" cy="1454248"/>
          </a:xfrm>
          <a:prstGeom prst="rect">
            <a:avLst/>
          </a:prstGeom>
          <a:noFill/>
        </p:spPr>
        <p:txBody>
          <a:bodyPr wrap="square" lIns="171452" tIns="171452" rIns="171452" bIns="171452" rtlCol="0" anchor="t">
            <a:spAutoFit/>
          </a:bodyPr>
          <a:lstStyle/>
          <a:p>
            <a:pPr marL="321504" indent="-321504">
              <a:spcAft>
                <a:spcPts val="564"/>
              </a:spcAft>
              <a:buFont typeface="+mj-lt"/>
              <a:buAutoNum type="arabicPeriod"/>
            </a:pPr>
            <a:r>
              <a:rPr lang="en-US" sz="2400" dirty="0">
                <a:latin typeface="Arial" panose="020B0604020202020204" pitchFamily="34" charset="0"/>
                <a:ea typeface="Times New Roman" panose="02020603050405020304" pitchFamily="18" charset="0"/>
                <a:cs typeface="Arial" panose="020B0604020202020204" pitchFamily="34" charset="0"/>
              </a:rPr>
              <a:t>Liu, S., and </a:t>
            </a:r>
            <a:r>
              <a:rPr lang="en-US" sz="2400" dirty="0" err="1">
                <a:latin typeface="Arial" panose="020B0604020202020204" pitchFamily="34" charset="0"/>
                <a:ea typeface="Times New Roman" panose="02020603050405020304" pitchFamily="18" charset="0"/>
                <a:cs typeface="Arial" panose="020B0604020202020204" pitchFamily="34" charset="0"/>
              </a:rPr>
              <a:t>Bobrow</a:t>
            </a:r>
            <a:r>
              <a:rPr lang="en-US" sz="2400" dirty="0">
                <a:latin typeface="Arial" panose="020B0604020202020204" pitchFamily="34" charset="0"/>
                <a:ea typeface="Times New Roman" panose="02020603050405020304" pitchFamily="18" charset="0"/>
                <a:cs typeface="Arial" panose="020B0604020202020204" pitchFamily="34" charset="0"/>
              </a:rPr>
              <a:t>, J. E., “An Analysis of a Pneumatic Servo System and Its Application to a Computer-Controlled Robot,” </a:t>
            </a:r>
            <a:r>
              <a:rPr lang="en-US" sz="2400" i="1" dirty="0">
                <a:latin typeface="Arial" panose="020B0604020202020204" pitchFamily="34" charset="0"/>
                <a:ea typeface="Times New Roman" panose="02020603050405020304" pitchFamily="18" charset="0"/>
                <a:cs typeface="Arial" panose="020B0604020202020204" pitchFamily="34" charset="0"/>
              </a:rPr>
              <a:t>ASME Journal of Dynamic Systems, Measurement, and Control</a:t>
            </a:r>
            <a:r>
              <a:rPr lang="en-US" sz="2400" dirty="0">
                <a:latin typeface="Arial" panose="020B0604020202020204" pitchFamily="34" charset="0"/>
                <a:ea typeface="Times New Roman" panose="02020603050405020304" pitchFamily="18" charset="0"/>
                <a:cs typeface="Arial" panose="020B0604020202020204" pitchFamily="34" charset="0"/>
              </a:rPr>
              <a:t>, 1988, Vol 110 pp 228-235.</a:t>
            </a:r>
          </a:p>
        </p:txBody>
      </p:sp>
      <p:pic>
        <p:nvPicPr>
          <p:cNvPr id="43" name="Picture 42">
            <a:extLst>
              <a:ext uri="{FF2B5EF4-FFF2-40B4-BE49-F238E27FC236}">
                <a16:creationId xmlns:a16="http://schemas.microsoft.com/office/drawing/2014/main" id="{D87BF2D6-A3CA-CFC3-F9EA-442C71C9CB5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a:stretch/>
        </p:blipFill>
        <p:spPr>
          <a:xfrm>
            <a:off x="1612256" y="1028922"/>
            <a:ext cx="4560054" cy="2052292"/>
          </a:xfrm>
          <a:prstGeom prst="rect">
            <a:avLst/>
          </a:prstGeom>
        </p:spPr>
      </p:pic>
      <p:sp>
        <p:nvSpPr>
          <p:cNvPr id="44" name="Rectangle 43">
            <a:extLst>
              <a:ext uri="{FF2B5EF4-FFF2-40B4-BE49-F238E27FC236}">
                <a16:creationId xmlns:a16="http://schemas.microsoft.com/office/drawing/2014/main" id="{56900A78-B68B-AAD6-F42E-415EDBDEF2E6}"/>
              </a:ext>
            </a:extLst>
          </p:cNvPr>
          <p:cNvSpPr/>
          <p:nvPr/>
        </p:nvSpPr>
        <p:spPr>
          <a:xfrm>
            <a:off x="32270700" y="593358"/>
            <a:ext cx="3634564" cy="3389308"/>
          </a:xfrm>
          <a:prstGeom prst="rect">
            <a:avLst/>
          </a:prstGeom>
          <a:solidFill>
            <a:srgbClr val="00206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QR Code To Website or Paper Goes Here</a:t>
            </a:r>
          </a:p>
        </p:txBody>
      </p:sp>
      <p:sp>
        <p:nvSpPr>
          <p:cNvPr id="52" name="Rectangle 51">
            <a:extLst>
              <a:ext uri="{FF2B5EF4-FFF2-40B4-BE49-F238E27FC236}">
                <a16:creationId xmlns:a16="http://schemas.microsoft.com/office/drawing/2014/main" id="{A3248F47-36BF-BF42-D3B5-968E89EF1D91}"/>
              </a:ext>
            </a:extLst>
          </p:cNvPr>
          <p:cNvSpPr>
            <a:spLocks noGrp="1" noRot="1" noMove="1" noResize="1" noEditPoints="1" noAdjustHandles="1" noChangeArrowheads="1" noChangeShapeType="1"/>
          </p:cNvSpPr>
          <p:nvPr/>
        </p:nvSpPr>
        <p:spPr>
          <a:xfrm>
            <a:off x="23017139" y="21865197"/>
            <a:ext cx="12911328" cy="611834"/>
          </a:xfrm>
          <a:prstGeom prst="rect">
            <a:avLst/>
          </a:prstGeom>
          <a:gradFill>
            <a:gsLst>
              <a:gs pos="36690">
                <a:schemeClr val="tx1">
                  <a:lumMod val="85000"/>
                  <a:lumOff val="15000"/>
                </a:schemeClr>
              </a:gs>
              <a:gs pos="19000">
                <a:schemeClr val="bg1">
                  <a:lumMod val="50000"/>
                </a:schemeClr>
              </a:gs>
              <a:gs pos="0">
                <a:schemeClr val="tx2"/>
              </a:gs>
              <a:gs pos="88000">
                <a:schemeClr val="bg2">
                  <a:lumMod val="25000"/>
                </a:schemeClr>
              </a:gs>
              <a:gs pos="71000">
                <a:schemeClr val="bg1">
                  <a:lumMod val="65000"/>
                </a:schemeClr>
              </a:gs>
              <a:gs pos="100000">
                <a:schemeClr val="bg2">
                  <a:lumMod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algn="ctr"/>
            <a:r>
              <a:rPr lang="en-US" sz="3376" b="1" dirty="0">
                <a:solidFill>
                  <a:schemeClr val="bg1"/>
                </a:solidFill>
                <a:effectLst>
                  <a:outerShdw blurRad="50800" dist="38100" dir="13500000" algn="br" rotWithShape="0">
                    <a:prstClr val="black">
                      <a:alpha val="40000"/>
                    </a:prstClr>
                  </a:outerShdw>
                </a:effectLst>
              </a:rPr>
              <a:t>References</a:t>
            </a:r>
          </a:p>
        </p:txBody>
      </p:sp>
      <p:sp>
        <p:nvSpPr>
          <p:cNvPr id="53" name="Rectangle 52">
            <a:extLst>
              <a:ext uri="{FF2B5EF4-FFF2-40B4-BE49-F238E27FC236}">
                <a16:creationId xmlns:a16="http://schemas.microsoft.com/office/drawing/2014/main" id="{44329455-7358-C337-126B-E3746297F332}"/>
              </a:ext>
            </a:extLst>
          </p:cNvPr>
          <p:cNvSpPr>
            <a:spLocks/>
          </p:cNvSpPr>
          <p:nvPr/>
        </p:nvSpPr>
        <p:spPr>
          <a:xfrm>
            <a:off x="9617636" y="13229190"/>
            <a:ext cx="26296469" cy="611834"/>
          </a:xfrm>
          <a:prstGeom prst="rect">
            <a:avLst/>
          </a:prstGeom>
          <a:gradFill>
            <a:gsLst>
              <a:gs pos="36690">
                <a:schemeClr val="tx1">
                  <a:lumMod val="85000"/>
                  <a:lumOff val="15000"/>
                </a:schemeClr>
              </a:gs>
              <a:gs pos="19000">
                <a:schemeClr val="bg1">
                  <a:lumMod val="50000"/>
                </a:schemeClr>
              </a:gs>
              <a:gs pos="0">
                <a:schemeClr val="tx2"/>
              </a:gs>
              <a:gs pos="88000">
                <a:schemeClr val="bg2">
                  <a:lumMod val="25000"/>
                </a:schemeClr>
              </a:gs>
              <a:gs pos="71000">
                <a:schemeClr val="bg1">
                  <a:lumMod val="65000"/>
                </a:schemeClr>
              </a:gs>
              <a:gs pos="100000">
                <a:schemeClr val="bg2">
                  <a:lumMod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algn="ctr"/>
            <a:r>
              <a:rPr lang="en-US" sz="3376" b="1" dirty="0">
                <a:solidFill>
                  <a:schemeClr val="bg1"/>
                </a:solidFill>
                <a:effectLst>
                  <a:outerShdw blurRad="50800" dist="38100" algn="l" rotWithShape="0">
                    <a:prstClr val="black">
                      <a:alpha val="40000"/>
                    </a:prstClr>
                  </a:outerShdw>
                </a:effectLst>
              </a:rPr>
              <a:t>Implementation Details and Test Plan</a:t>
            </a:r>
          </a:p>
        </p:txBody>
      </p:sp>
      <p:sp>
        <p:nvSpPr>
          <p:cNvPr id="54" name="Rectangle 53">
            <a:extLst>
              <a:ext uri="{FF2B5EF4-FFF2-40B4-BE49-F238E27FC236}">
                <a16:creationId xmlns:a16="http://schemas.microsoft.com/office/drawing/2014/main" id="{0CA963AD-3660-FDC1-4C46-30556C89DD4C}"/>
              </a:ext>
            </a:extLst>
          </p:cNvPr>
          <p:cNvSpPr>
            <a:spLocks/>
          </p:cNvSpPr>
          <p:nvPr/>
        </p:nvSpPr>
        <p:spPr>
          <a:xfrm>
            <a:off x="9617636" y="4464435"/>
            <a:ext cx="26316032" cy="611834"/>
          </a:xfrm>
          <a:prstGeom prst="rect">
            <a:avLst/>
          </a:prstGeom>
          <a:gradFill>
            <a:gsLst>
              <a:gs pos="36690">
                <a:schemeClr val="tx1">
                  <a:lumMod val="85000"/>
                  <a:lumOff val="15000"/>
                </a:schemeClr>
              </a:gs>
              <a:gs pos="19000">
                <a:schemeClr val="bg1">
                  <a:lumMod val="50000"/>
                </a:schemeClr>
              </a:gs>
              <a:gs pos="0">
                <a:schemeClr val="tx2"/>
              </a:gs>
              <a:gs pos="88000">
                <a:schemeClr val="bg2">
                  <a:lumMod val="25000"/>
                </a:schemeClr>
              </a:gs>
              <a:gs pos="71000">
                <a:schemeClr val="bg1">
                  <a:lumMod val="65000"/>
                </a:schemeClr>
              </a:gs>
              <a:gs pos="100000">
                <a:schemeClr val="bg2">
                  <a:lumMod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algn="ctr"/>
            <a:r>
              <a:rPr lang="en-US" sz="3376" b="1" dirty="0">
                <a:solidFill>
                  <a:schemeClr val="bg1"/>
                </a:solidFill>
                <a:effectLst>
                  <a:outerShdw blurRad="50800" dist="38100" algn="l" rotWithShape="0">
                    <a:prstClr val="black">
                      <a:alpha val="40000"/>
                    </a:prstClr>
                  </a:outerShdw>
                </a:effectLst>
              </a:rPr>
              <a:t>Architectural Design</a:t>
            </a:r>
          </a:p>
        </p:txBody>
      </p:sp>
      <p:sp>
        <p:nvSpPr>
          <p:cNvPr id="55" name="Rectangle 54">
            <a:extLst>
              <a:ext uri="{FF2B5EF4-FFF2-40B4-BE49-F238E27FC236}">
                <a16:creationId xmlns:a16="http://schemas.microsoft.com/office/drawing/2014/main" id="{F07C9E89-94A7-9A9E-0FD2-A7730CD22F2C}"/>
              </a:ext>
            </a:extLst>
          </p:cNvPr>
          <p:cNvSpPr>
            <a:spLocks noGrp="1" noRot="1" noMove="1" noResize="1" noEditPoints="1" noAdjustHandles="1" noChangeArrowheads="1" noChangeShapeType="1"/>
          </p:cNvSpPr>
          <p:nvPr/>
        </p:nvSpPr>
        <p:spPr>
          <a:xfrm>
            <a:off x="680519" y="4463331"/>
            <a:ext cx="8329542" cy="611834"/>
          </a:xfrm>
          <a:prstGeom prst="rect">
            <a:avLst/>
          </a:prstGeom>
          <a:gradFill>
            <a:gsLst>
              <a:gs pos="36690">
                <a:schemeClr val="tx1">
                  <a:lumMod val="85000"/>
                  <a:lumOff val="15000"/>
                </a:schemeClr>
              </a:gs>
              <a:gs pos="19000">
                <a:schemeClr val="bg1">
                  <a:lumMod val="50000"/>
                </a:schemeClr>
              </a:gs>
              <a:gs pos="0">
                <a:schemeClr val="tx2"/>
              </a:gs>
              <a:gs pos="88000">
                <a:schemeClr val="bg2">
                  <a:lumMod val="25000"/>
                </a:schemeClr>
              </a:gs>
              <a:gs pos="71000">
                <a:schemeClr val="bg1">
                  <a:lumMod val="65000"/>
                </a:schemeClr>
              </a:gs>
              <a:gs pos="100000">
                <a:schemeClr val="bg2">
                  <a:lumMod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algn="ctr"/>
            <a:r>
              <a:rPr lang="en-US" sz="3376" b="1" dirty="0">
                <a:solidFill>
                  <a:schemeClr val="bg1"/>
                </a:solidFill>
                <a:effectLst>
                  <a:outerShdw blurRad="50800" dist="38100" algn="l" rotWithShape="0">
                    <a:prstClr val="black">
                      <a:alpha val="40000"/>
                    </a:prstClr>
                  </a:outerShdw>
                </a:effectLst>
              </a:rPr>
              <a:t>Background</a:t>
            </a:r>
          </a:p>
        </p:txBody>
      </p:sp>
      <p:sp>
        <p:nvSpPr>
          <p:cNvPr id="56" name="Rectangle 55">
            <a:extLst>
              <a:ext uri="{FF2B5EF4-FFF2-40B4-BE49-F238E27FC236}">
                <a16:creationId xmlns:a16="http://schemas.microsoft.com/office/drawing/2014/main" id="{4FA07F2F-1627-B545-D3E5-BD7B16AA0C0B}"/>
              </a:ext>
            </a:extLst>
          </p:cNvPr>
          <p:cNvSpPr>
            <a:spLocks noGrp="1" noRot="1" noMove="1" noResize="1" noEditPoints="1" noAdjustHandles="1" noChangeArrowheads="1" noChangeShapeType="1"/>
          </p:cNvSpPr>
          <p:nvPr/>
        </p:nvSpPr>
        <p:spPr>
          <a:xfrm>
            <a:off x="693622" y="15858411"/>
            <a:ext cx="8346857" cy="611834"/>
          </a:xfrm>
          <a:prstGeom prst="rect">
            <a:avLst/>
          </a:prstGeom>
          <a:gradFill>
            <a:gsLst>
              <a:gs pos="36690">
                <a:schemeClr val="tx1">
                  <a:lumMod val="85000"/>
                  <a:lumOff val="15000"/>
                </a:schemeClr>
              </a:gs>
              <a:gs pos="19000">
                <a:schemeClr val="bg1">
                  <a:lumMod val="50000"/>
                </a:schemeClr>
              </a:gs>
              <a:gs pos="0">
                <a:schemeClr val="tx2"/>
              </a:gs>
              <a:gs pos="88000">
                <a:schemeClr val="bg2">
                  <a:lumMod val="25000"/>
                </a:schemeClr>
              </a:gs>
              <a:gs pos="71000">
                <a:schemeClr val="bg1">
                  <a:lumMod val="65000"/>
                </a:schemeClr>
              </a:gs>
              <a:gs pos="100000">
                <a:schemeClr val="bg2">
                  <a:lumMod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algn="ctr"/>
            <a:r>
              <a:rPr lang="en-US" sz="3376" b="1" dirty="0">
                <a:solidFill>
                  <a:schemeClr val="bg1"/>
                </a:solidFill>
                <a:effectLst>
                  <a:outerShdw blurRad="50800" dist="38100" algn="l" rotWithShape="0">
                    <a:prstClr val="black">
                      <a:alpha val="40000"/>
                    </a:prstClr>
                  </a:outerShdw>
                </a:effectLst>
              </a:rPr>
              <a:t>Key Requirements</a:t>
            </a:r>
          </a:p>
        </p:txBody>
      </p:sp>
      <p:sp>
        <p:nvSpPr>
          <p:cNvPr id="67" name="TextBox 66">
            <a:extLst>
              <a:ext uri="{FF2B5EF4-FFF2-40B4-BE49-F238E27FC236}">
                <a16:creationId xmlns:a16="http://schemas.microsoft.com/office/drawing/2014/main" id="{34951AB5-2609-125D-3D5F-466733C06B3C}"/>
              </a:ext>
            </a:extLst>
          </p:cNvPr>
          <p:cNvSpPr txBox="1"/>
          <p:nvPr/>
        </p:nvSpPr>
        <p:spPr>
          <a:xfrm>
            <a:off x="10077033" y="16344268"/>
            <a:ext cx="8401467" cy="1754326"/>
          </a:xfrm>
          <a:prstGeom prst="rect">
            <a:avLst/>
          </a:prstGeom>
          <a:noFill/>
        </p:spPr>
        <p:txBody>
          <a:bodyPr wrap="square">
            <a:spAutoFit/>
          </a:bodyPr>
          <a:lstStyle/>
          <a:p>
            <a:r>
              <a:rPr lang="en-US" sz="3600" dirty="0">
                <a:cs typeface="Arial" panose="020B0604020202020204" pitchFamily="34" charset="0"/>
              </a:rPr>
              <a:t>Prototyping can be interpreted in a broad sense—not only hardware, but high-fidelity simulations.</a:t>
            </a:r>
            <a:endParaRPr lang="en-US" sz="3600" dirty="0"/>
          </a:p>
        </p:txBody>
      </p:sp>
      <p:sp>
        <p:nvSpPr>
          <p:cNvPr id="68" name="TextBox 67">
            <a:extLst>
              <a:ext uri="{FF2B5EF4-FFF2-40B4-BE49-F238E27FC236}">
                <a16:creationId xmlns:a16="http://schemas.microsoft.com/office/drawing/2014/main" id="{8F7EDE2C-05CA-47A7-F7E1-9E37800C3081}"/>
              </a:ext>
            </a:extLst>
          </p:cNvPr>
          <p:cNvSpPr txBox="1"/>
          <p:nvPr/>
        </p:nvSpPr>
        <p:spPr>
          <a:xfrm>
            <a:off x="816544" y="5614164"/>
            <a:ext cx="8395265" cy="1454248"/>
          </a:xfrm>
          <a:prstGeom prst="rect">
            <a:avLst/>
          </a:prstGeom>
          <a:noFill/>
        </p:spPr>
        <p:txBody>
          <a:bodyPr wrap="square" lIns="171452" tIns="171452" rIns="171452" bIns="171452" rtlCol="0" anchor="t">
            <a:spAutoFit/>
          </a:bodyPr>
          <a:lstStyle/>
          <a:p>
            <a:pPr>
              <a:spcAft>
                <a:spcPts val="564"/>
              </a:spcAft>
            </a:pPr>
            <a:r>
              <a:rPr lang="en-US" sz="3600" dirty="0">
                <a:latin typeface="Arial" panose="020B0604020202020204" pitchFamily="34" charset="0"/>
                <a:cs typeface="Arial" panose="020B0604020202020204" pitchFamily="34" charset="0"/>
              </a:rPr>
              <a:t>This would be a good place for your abstract</a:t>
            </a:r>
          </a:p>
        </p:txBody>
      </p:sp>
      <p:sp>
        <p:nvSpPr>
          <p:cNvPr id="78" name="TextBox 77">
            <a:extLst>
              <a:ext uri="{FF2B5EF4-FFF2-40B4-BE49-F238E27FC236}">
                <a16:creationId xmlns:a16="http://schemas.microsoft.com/office/drawing/2014/main" id="{A2196DCF-4C35-7E80-F8D7-988F6918F577}"/>
              </a:ext>
            </a:extLst>
          </p:cNvPr>
          <p:cNvSpPr txBox="1">
            <a:spLocks/>
          </p:cNvSpPr>
          <p:nvPr/>
        </p:nvSpPr>
        <p:spPr>
          <a:xfrm>
            <a:off x="701152" y="27733483"/>
            <a:ext cx="3490093" cy="923330"/>
          </a:xfrm>
          <a:prstGeom prst="rect">
            <a:avLst/>
          </a:prstGeom>
          <a:noFill/>
        </p:spPr>
        <p:txBody>
          <a:bodyPr wrap="square">
            <a:spAutoFit/>
          </a:bodyPr>
          <a:lstStyle/>
          <a:p>
            <a:r>
              <a:rPr lang="en-US" sz="5400" b="1" dirty="0">
                <a:solidFill>
                  <a:schemeClr val="bg1"/>
                </a:solidFill>
              </a:rPr>
              <a:t>April 2026</a:t>
            </a:r>
            <a:endParaRPr lang="en-US" sz="5400" dirty="0"/>
          </a:p>
        </p:txBody>
      </p:sp>
      <p:sp>
        <p:nvSpPr>
          <p:cNvPr id="83" name="Text Placeholder 15">
            <a:extLst>
              <a:ext uri="{FF2B5EF4-FFF2-40B4-BE49-F238E27FC236}">
                <a16:creationId xmlns:a16="http://schemas.microsoft.com/office/drawing/2014/main" id="{CECA31A1-9C66-8BD2-8A76-99D04895C509}"/>
              </a:ext>
            </a:extLst>
          </p:cNvPr>
          <p:cNvSpPr txBox="1">
            <a:spLocks/>
          </p:cNvSpPr>
          <p:nvPr/>
        </p:nvSpPr>
        <p:spPr>
          <a:xfrm>
            <a:off x="-184303" y="2323921"/>
            <a:ext cx="36576000" cy="1150732"/>
          </a:xfrm>
          <a:prstGeom prst="rect">
            <a:avLst/>
          </a:prstGeom>
        </p:spPr>
        <p:txBody>
          <a:bodyPr/>
          <a:lstStyle>
            <a:lvl1pPr marL="914400" indent="-914400" algn="l" defTabSz="3657600" rtl="0" eaLnBrk="1" latinLnBrk="0" hangingPunct="1">
              <a:lnSpc>
                <a:spcPct val="90000"/>
              </a:lnSpc>
              <a:spcBef>
                <a:spcPts val="4000"/>
              </a:spcBef>
              <a:buFont typeface="Arial" panose="020B0604020202020204" pitchFamily="34" charset="0"/>
              <a:buChar char="•"/>
              <a:defRPr sz="11200" kern="1200">
                <a:solidFill>
                  <a:schemeClr val="tx1"/>
                </a:solidFill>
                <a:latin typeface="+mn-lt"/>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9600" kern="1200">
                <a:solidFill>
                  <a:schemeClr val="tx1"/>
                </a:solidFill>
                <a:latin typeface="+mn-lt"/>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8000" kern="1200">
                <a:solidFill>
                  <a:schemeClr val="tx1"/>
                </a:solidFill>
                <a:latin typeface="+mn-lt"/>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a:lstStyle>
          <a:p>
            <a:pPr marL="0" indent="0" algn="ctr">
              <a:buNone/>
            </a:pPr>
            <a:r>
              <a:rPr lang="en-US" sz="4400" b="1" dirty="0">
                <a:solidFill>
                  <a:schemeClr val="bg1"/>
                </a:solidFill>
              </a:rPr>
              <a:t>Senior Design</a:t>
            </a:r>
          </a:p>
        </p:txBody>
      </p:sp>
      <p:sp>
        <p:nvSpPr>
          <p:cNvPr id="2" name="TextBox 1">
            <a:extLst>
              <a:ext uri="{FF2B5EF4-FFF2-40B4-BE49-F238E27FC236}">
                <a16:creationId xmlns:a16="http://schemas.microsoft.com/office/drawing/2014/main" id="{3DDCD76F-26E0-D0A0-EE84-97DD5A5688D9}"/>
              </a:ext>
            </a:extLst>
          </p:cNvPr>
          <p:cNvSpPr txBox="1"/>
          <p:nvPr/>
        </p:nvSpPr>
        <p:spPr>
          <a:xfrm>
            <a:off x="15769464" y="3684498"/>
            <a:ext cx="4717895" cy="707886"/>
          </a:xfrm>
          <a:prstGeom prst="rect">
            <a:avLst/>
          </a:prstGeom>
          <a:noFill/>
        </p:spPr>
        <p:txBody>
          <a:bodyPr wrap="none" rtlCol="0">
            <a:spAutoFit/>
          </a:bodyPr>
          <a:lstStyle/>
          <a:p>
            <a:r>
              <a:rPr lang="en-US" sz="4000" dirty="0">
                <a:solidFill>
                  <a:schemeClr val="bg1"/>
                </a:solidFill>
              </a:rPr>
              <a:t>Advisor: Chenxi Wang</a:t>
            </a:r>
          </a:p>
        </p:txBody>
      </p:sp>
    </p:spTree>
    <p:extLst>
      <p:ext uri="{BB962C8B-B14F-4D97-AF65-F5344CB8AC3E}">
        <p14:creationId xmlns:p14="http://schemas.microsoft.com/office/powerpoint/2010/main" val="110493645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167</TotalTime>
  <Words>279</Words>
  <Application>Microsoft Office PowerPoint</Application>
  <PresentationFormat>Custom</PresentationFormat>
  <Paragraphs>30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University of Texas at Arlington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Myers, Jade</dc:creator>
  <cp:lastModifiedBy>Wang, Chenxi</cp:lastModifiedBy>
  <cp:revision>2</cp:revision>
  <cp:lastPrinted>2023-09-27T20:20:36Z</cp:lastPrinted>
  <dcterms:created xsi:type="dcterms:W3CDTF">2023-09-27T18:51:17Z</dcterms:created>
  <dcterms:modified xsi:type="dcterms:W3CDTF">2026-03-23T13:44:45Z</dcterms:modified>
</cp:coreProperties>
</file>