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36576000" cy="29260800"/>
  <p:notesSz cx="6858000" cy="9144000"/>
  <p:defaultTextStyle>
    <a:defPPr>
      <a:defRPr lang="en-US"/>
    </a:defPPr>
    <a:lvl1pPr marL="0" algn="l" defTabSz="3761086" rtl="0" eaLnBrk="1" latinLnBrk="0" hangingPunct="1">
      <a:defRPr sz="7397" kern="1200">
        <a:solidFill>
          <a:schemeClr val="tx1"/>
        </a:solidFill>
        <a:latin typeface="+mn-lt"/>
        <a:ea typeface="+mn-ea"/>
        <a:cs typeface="+mn-cs"/>
      </a:defRPr>
    </a:lvl1pPr>
    <a:lvl2pPr marL="1880543" algn="l" defTabSz="3761086" rtl="0" eaLnBrk="1" latinLnBrk="0" hangingPunct="1">
      <a:defRPr sz="7397" kern="1200">
        <a:solidFill>
          <a:schemeClr val="tx1"/>
        </a:solidFill>
        <a:latin typeface="+mn-lt"/>
        <a:ea typeface="+mn-ea"/>
        <a:cs typeface="+mn-cs"/>
      </a:defRPr>
    </a:lvl2pPr>
    <a:lvl3pPr marL="3761086" algn="l" defTabSz="3761086" rtl="0" eaLnBrk="1" latinLnBrk="0" hangingPunct="1">
      <a:defRPr sz="7397" kern="1200">
        <a:solidFill>
          <a:schemeClr val="tx1"/>
        </a:solidFill>
        <a:latin typeface="+mn-lt"/>
        <a:ea typeface="+mn-ea"/>
        <a:cs typeface="+mn-cs"/>
      </a:defRPr>
    </a:lvl3pPr>
    <a:lvl4pPr marL="5641630" algn="l" defTabSz="3761086" rtl="0" eaLnBrk="1" latinLnBrk="0" hangingPunct="1">
      <a:defRPr sz="7397" kern="1200">
        <a:solidFill>
          <a:schemeClr val="tx1"/>
        </a:solidFill>
        <a:latin typeface="+mn-lt"/>
        <a:ea typeface="+mn-ea"/>
        <a:cs typeface="+mn-cs"/>
      </a:defRPr>
    </a:lvl4pPr>
    <a:lvl5pPr marL="7522173" algn="l" defTabSz="3761086" rtl="0" eaLnBrk="1" latinLnBrk="0" hangingPunct="1">
      <a:defRPr sz="7397" kern="1200">
        <a:solidFill>
          <a:schemeClr val="tx1"/>
        </a:solidFill>
        <a:latin typeface="+mn-lt"/>
        <a:ea typeface="+mn-ea"/>
        <a:cs typeface="+mn-cs"/>
      </a:defRPr>
    </a:lvl5pPr>
    <a:lvl6pPr marL="9402716" algn="l" defTabSz="3761086" rtl="0" eaLnBrk="1" latinLnBrk="0" hangingPunct="1">
      <a:defRPr sz="7397" kern="1200">
        <a:solidFill>
          <a:schemeClr val="tx1"/>
        </a:solidFill>
        <a:latin typeface="+mn-lt"/>
        <a:ea typeface="+mn-ea"/>
        <a:cs typeface="+mn-cs"/>
      </a:defRPr>
    </a:lvl6pPr>
    <a:lvl7pPr marL="11283259" algn="l" defTabSz="3761086" rtl="0" eaLnBrk="1" latinLnBrk="0" hangingPunct="1">
      <a:defRPr sz="7397" kern="1200">
        <a:solidFill>
          <a:schemeClr val="tx1"/>
        </a:solidFill>
        <a:latin typeface="+mn-lt"/>
        <a:ea typeface="+mn-ea"/>
        <a:cs typeface="+mn-cs"/>
      </a:defRPr>
    </a:lvl7pPr>
    <a:lvl8pPr marL="13163803" algn="l" defTabSz="3761086" rtl="0" eaLnBrk="1" latinLnBrk="0" hangingPunct="1">
      <a:defRPr sz="7397" kern="1200">
        <a:solidFill>
          <a:schemeClr val="tx1"/>
        </a:solidFill>
        <a:latin typeface="+mn-lt"/>
        <a:ea typeface="+mn-ea"/>
        <a:cs typeface="+mn-cs"/>
      </a:defRPr>
    </a:lvl8pPr>
    <a:lvl9pPr marL="15044346" algn="l" defTabSz="3761086" rtl="0" eaLnBrk="1" latinLnBrk="0" hangingPunct="1">
      <a:defRPr sz="739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216" userDrawn="1">
          <p15:clr>
            <a:srgbClr val="A4A3A4"/>
          </p15:clr>
        </p15:guide>
        <p15:guide id="2" pos="115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747"/>
    <a:srgbClr val="F9B277"/>
    <a:srgbClr val="FABD8A"/>
    <a:srgbClr val="0064B1"/>
    <a:srgbClr val="D3EFFB"/>
    <a:srgbClr val="EAF8FF"/>
    <a:srgbClr val="007FDE"/>
    <a:srgbClr val="0068B3"/>
    <a:srgbClr val="88A9D2"/>
    <a:srgbClr val="8BA4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839AAE-4110-419F-A2D7-DC3836279CAE}" v="41" dt="2026-04-14T05:27:48.476"/>
    <p1510:client id="{E4DA9F87-7963-1ABD-3ABB-38876B704E49}" v="1" dt="2026-04-14T05:37:01.4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60"/>
  </p:normalViewPr>
  <p:slideViewPr>
    <p:cSldViewPr snapToGrid="0">
      <p:cViewPr>
        <p:scale>
          <a:sx n="112" d="100"/>
          <a:sy n="112" d="100"/>
        </p:scale>
        <p:origin x="-8904" y="-5778"/>
      </p:cViewPr>
      <p:guideLst>
        <p:guide orient="horz" pos="9216"/>
        <p:guide pos="115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753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erly, Adalynn Cadence" userId="S::adalynn.everly@mavs.uta.edu::7dd9562e-28f9-48b5-8cd5-72b4e6fadffc" providerId="AD" clId="Web-{B0839AAE-4110-419F-A2D7-DC3836279CAE}"/>
    <pc:docChg chg="modSld">
      <pc:chgData name="Everly, Adalynn Cadence" userId="S::adalynn.everly@mavs.uta.edu::7dd9562e-28f9-48b5-8cd5-72b4e6fadffc" providerId="AD" clId="Web-{B0839AAE-4110-419F-A2D7-DC3836279CAE}" dt="2026-04-14T05:27:48.476" v="25" actId="14100"/>
      <pc:docMkLst>
        <pc:docMk/>
      </pc:docMkLst>
      <pc:sldChg chg="addSp modSp">
        <pc:chgData name="Everly, Adalynn Cadence" userId="S::adalynn.everly@mavs.uta.edu::7dd9562e-28f9-48b5-8cd5-72b4e6fadffc" providerId="AD" clId="Web-{B0839AAE-4110-419F-A2D7-DC3836279CAE}" dt="2026-04-14T05:27:48.476" v="25" actId="14100"/>
        <pc:sldMkLst>
          <pc:docMk/>
          <pc:sldMk cId="929244039" sldId="256"/>
        </pc:sldMkLst>
        <pc:spChg chg="mod">
          <ac:chgData name="Everly, Adalynn Cadence" userId="S::adalynn.everly@mavs.uta.edu::7dd9562e-28f9-48b5-8cd5-72b4e6fadffc" providerId="AD" clId="Web-{B0839AAE-4110-419F-A2D7-DC3836279CAE}" dt="2026-04-14T05:27:48.476" v="25" actId="14100"/>
          <ac:spMkLst>
            <pc:docMk/>
            <pc:sldMk cId="929244039" sldId="256"/>
            <ac:spMk id="36" creationId="{00000000-0000-0000-0000-000000000000}"/>
          </ac:spMkLst>
        </pc:spChg>
        <pc:picChg chg="add mod">
          <ac:chgData name="Everly, Adalynn Cadence" userId="S::adalynn.everly@mavs.uta.edu::7dd9562e-28f9-48b5-8cd5-72b4e6fadffc" providerId="AD" clId="Web-{B0839AAE-4110-419F-A2D7-DC3836279CAE}" dt="2026-04-14T05:01:34.096" v="3" actId="1076"/>
          <ac:picMkLst>
            <pc:docMk/>
            <pc:sldMk cId="929244039" sldId="256"/>
            <ac:picMk id="2" creationId="{F03CF39B-FDD4-229D-1830-303DE74FB05F}"/>
          </ac:picMkLst>
        </pc:picChg>
      </pc:sldChg>
    </pc:docChg>
  </pc:docChgLst>
  <pc:docChgLst>
    <pc:chgData name="Everly, Adalynn Cadence" userId="S::adalynn.everly@mavs.uta.edu::7dd9562e-28f9-48b5-8cd5-72b4e6fadffc" providerId="AD" clId="Web-{E4DA9F87-7963-1ABD-3ABB-38876B704E49}"/>
    <pc:docChg chg="modSld">
      <pc:chgData name="Everly, Adalynn Cadence" userId="S::adalynn.everly@mavs.uta.edu::7dd9562e-28f9-48b5-8cd5-72b4e6fadffc" providerId="AD" clId="Web-{E4DA9F87-7963-1ABD-3ABB-38876B704E49}" dt="2026-04-14T05:37:01.431" v="0" actId="1076"/>
      <pc:docMkLst>
        <pc:docMk/>
      </pc:docMkLst>
      <pc:sldChg chg="modSp">
        <pc:chgData name="Everly, Adalynn Cadence" userId="S::adalynn.everly@mavs.uta.edu::7dd9562e-28f9-48b5-8cd5-72b4e6fadffc" providerId="AD" clId="Web-{E4DA9F87-7963-1ABD-3ABB-38876B704E49}" dt="2026-04-14T05:37:01.431" v="0" actId="1076"/>
        <pc:sldMkLst>
          <pc:docMk/>
          <pc:sldMk cId="929244039" sldId="256"/>
        </pc:sldMkLst>
        <pc:picChg chg="mod">
          <ac:chgData name="Everly, Adalynn Cadence" userId="S::adalynn.everly@mavs.uta.edu::7dd9562e-28f9-48b5-8cd5-72b4e6fadffc" providerId="AD" clId="Web-{E4DA9F87-7963-1ABD-3ABB-38876B704E49}" dt="2026-04-14T05:37:01.431" v="0" actId="1076"/>
          <ac:picMkLst>
            <pc:docMk/>
            <pc:sldMk cId="929244039" sldId="256"/>
            <ac:picMk id="2" creationId="{F03CF39B-FDD4-229D-1830-303DE74FB05F}"/>
          </ac:picMkLst>
        </pc:picChg>
      </pc:sldChg>
    </pc:docChg>
  </pc:docChgLst>
  <pc:docChgLst>
    <pc:chgData name="Davis, Ryan" userId="S::rxd2627@mavs.uta.edu::69876ea4-fd1d-4a4c-9d57-d0d54278271f" providerId="AD" clId="Web-{6A33BD3C-CF92-820C-9B32-948EB11F466F}"/>
    <pc:docChg chg="modSld">
      <pc:chgData name="Davis, Ryan" userId="S::rxd2627@mavs.uta.edu::69876ea4-fd1d-4a4c-9d57-d0d54278271f" providerId="AD" clId="Web-{6A33BD3C-CF92-820C-9B32-948EB11F466F}" dt="2026-04-07T18:53:06.727" v="0" actId="20577"/>
      <pc:docMkLst>
        <pc:docMk/>
      </pc:docMkLst>
      <pc:sldChg chg="modSp">
        <pc:chgData name="Davis, Ryan" userId="S::rxd2627@mavs.uta.edu::69876ea4-fd1d-4a4c-9d57-d0d54278271f" providerId="AD" clId="Web-{6A33BD3C-CF92-820C-9B32-948EB11F466F}" dt="2026-04-07T18:53:06.727" v="0" actId="20577"/>
        <pc:sldMkLst>
          <pc:docMk/>
          <pc:sldMk cId="929244039" sldId="256"/>
        </pc:sldMkLst>
        <pc:spChg chg="mod">
          <ac:chgData name="Davis, Ryan" userId="S::rxd2627@mavs.uta.edu::69876ea4-fd1d-4a4c-9d57-d0d54278271f" providerId="AD" clId="Web-{6A33BD3C-CF92-820C-9B32-948EB11F466F}" dt="2026-04-07T18:53:06.727" v="0" actId="20577"/>
          <ac:spMkLst>
            <pc:docMk/>
            <pc:sldMk cId="929244039" sldId="256"/>
            <ac:spMk id="19" creationId="{2AC7657A-1A16-502F-BE54-ABBBBFF6E47A}"/>
          </ac:spMkLst>
        </pc:spChg>
      </pc:sldChg>
    </pc:docChg>
  </pc:docChgLst>
  <pc:docChgLst>
    <pc:chgData name="Salazar, Rene" userId="135bee45-9fa0-44cc-8c69-7e8150ac5637" providerId="ADAL" clId="{49E6FE71-A7DE-406A-847D-41E62321E1B2}"/>
    <pc:docChg chg="undo custSel modSld">
      <pc:chgData name="Salazar, Rene" userId="135bee45-9fa0-44cc-8c69-7e8150ac5637" providerId="ADAL" clId="{49E6FE71-A7DE-406A-847D-41E62321E1B2}" dt="2026-04-03T18:04:09.424" v="208" actId="14861"/>
      <pc:docMkLst>
        <pc:docMk/>
      </pc:docMkLst>
      <pc:sldChg chg="addSp delSp modSp mod">
        <pc:chgData name="Salazar, Rene" userId="135bee45-9fa0-44cc-8c69-7e8150ac5637" providerId="ADAL" clId="{49E6FE71-A7DE-406A-847D-41E62321E1B2}" dt="2026-04-03T18:04:09.424" v="208" actId="14861"/>
        <pc:sldMkLst>
          <pc:docMk/>
          <pc:sldMk cId="929244039" sldId="256"/>
        </pc:sldMkLst>
        <pc:spChg chg="mod">
          <ac:chgData name="Salazar, Rene" userId="135bee45-9fa0-44cc-8c69-7e8150ac5637" providerId="ADAL" clId="{49E6FE71-A7DE-406A-847D-41E62321E1B2}" dt="2026-04-03T17:55:17.001" v="182" actId="14100"/>
          <ac:spMkLst>
            <pc:docMk/>
            <pc:sldMk cId="929244039" sldId="256"/>
            <ac:spMk id="19" creationId="{2AC7657A-1A16-502F-BE54-ABBBBFF6E47A}"/>
          </ac:spMkLst>
        </pc:spChg>
        <pc:spChg chg="mod">
          <ac:chgData name="Salazar, Rene" userId="135bee45-9fa0-44cc-8c69-7e8150ac5637" providerId="ADAL" clId="{49E6FE71-A7DE-406A-847D-41E62321E1B2}" dt="2026-04-03T17:56:44.103" v="193" actId="1035"/>
          <ac:spMkLst>
            <pc:docMk/>
            <pc:sldMk cId="929244039" sldId="256"/>
            <ac:spMk id="34" creationId="{00000000-0000-0000-0000-000000000000}"/>
          </ac:spMkLst>
        </pc:spChg>
        <pc:picChg chg="mod modCrop">
          <ac:chgData name="Salazar, Rene" userId="135bee45-9fa0-44cc-8c69-7e8150ac5637" providerId="ADAL" clId="{49E6FE71-A7DE-406A-847D-41E62321E1B2}" dt="2026-04-03T17:11:40.184" v="7" actId="14100"/>
          <ac:picMkLst>
            <pc:docMk/>
            <pc:sldMk cId="929244039" sldId="256"/>
            <ac:picMk id="3" creationId="{3F1AFBDB-9A7C-D15F-B800-B2E58F2E633B}"/>
          </ac:picMkLst>
        </pc:picChg>
        <pc:picChg chg="mod modCrop">
          <ac:chgData name="Salazar, Rene" userId="135bee45-9fa0-44cc-8c69-7e8150ac5637" providerId="ADAL" clId="{49E6FE71-A7DE-406A-847D-41E62321E1B2}" dt="2026-04-03T17:43:10.063" v="117" actId="1076"/>
          <ac:picMkLst>
            <pc:docMk/>
            <pc:sldMk cId="929244039" sldId="256"/>
            <ac:picMk id="7" creationId="{74A7E943-6ADE-1162-6EE3-3A3686BCD98C}"/>
          </ac:picMkLst>
        </pc:picChg>
        <pc:picChg chg="mod ord">
          <ac:chgData name="Salazar, Rene" userId="135bee45-9fa0-44cc-8c69-7e8150ac5637" providerId="ADAL" clId="{49E6FE71-A7DE-406A-847D-41E62321E1B2}" dt="2026-04-03T17:55:05.775" v="179" actId="167"/>
          <ac:picMkLst>
            <pc:docMk/>
            <pc:sldMk cId="929244039" sldId="256"/>
            <ac:picMk id="11" creationId="{816E23F6-D272-B434-6505-BBE24CAAB4BF}"/>
          </ac:picMkLst>
        </pc:picChg>
        <pc:picChg chg="add mod">
          <ac:chgData name="Salazar, Rene" userId="135bee45-9fa0-44cc-8c69-7e8150ac5637" providerId="ADAL" clId="{49E6FE71-A7DE-406A-847D-41E62321E1B2}" dt="2026-04-03T17:54:20.372" v="170" actId="1076"/>
          <ac:picMkLst>
            <pc:docMk/>
            <pc:sldMk cId="929244039" sldId="256"/>
            <ac:picMk id="18" creationId="{A1A42070-7E86-9712-8D98-F4153E7AF812}"/>
          </ac:picMkLst>
        </pc:picChg>
        <pc:picChg chg="add mod">
          <ac:chgData name="Salazar, Rene" userId="135bee45-9fa0-44cc-8c69-7e8150ac5637" providerId="ADAL" clId="{49E6FE71-A7DE-406A-847D-41E62321E1B2}" dt="2026-04-03T17:54:24.198" v="171" actId="1076"/>
          <ac:picMkLst>
            <pc:docMk/>
            <pc:sldMk cId="929244039" sldId="256"/>
            <ac:picMk id="23" creationId="{1FDE3A15-42E4-4B03-2F7B-DD44F60FEED8}"/>
          </ac:picMkLst>
        </pc:picChg>
        <pc:picChg chg="add mod modCrop">
          <ac:chgData name="Salazar, Rene" userId="135bee45-9fa0-44cc-8c69-7e8150ac5637" providerId="ADAL" clId="{49E6FE71-A7DE-406A-847D-41E62321E1B2}" dt="2026-04-03T17:57:23.931" v="202" actId="1036"/>
          <ac:picMkLst>
            <pc:docMk/>
            <pc:sldMk cId="929244039" sldId="256"/>
            <ac:picMk id="27" creationId="{722E96F5-BF98-B263-836F-A9C0E528491B}"/>
          </ac:picMkLst>
        </pc:picChg>
        <pc:picChg chg="add mod ord modCrop">
          <ac:chgData name="Salazar, Rene" userId="135bee45-9fa0-44cc-8c69-7e8150ac5637" providerId="ADAL" clId="{49E6FE71-A7DE-406A-847D-41E62321E1B2}" dt="2026-04-03T17:57:31.818" v="203" actId="14100"/>
          <ac:picMkLst>
            <pc:docMk/>
            <pc:sldMk cId="929244039" sldId="256"/>
            <ac:picMk id="35" creationId="{266E1F9E-5F2F-38A5-1461-0BA3DCD36E0D}"/>
          </ac:picMkLst>
        </pc:picChg>
        <pc:picChg chg="add mod">
          <ac:chgData name="Salazar, Rene" userId="135bee45-9fa0-44cc-8c69-7e8150ac5637" providerId="ADAL" clId="{49E6FE71-A7DE-406A-847D-41E62321E1B2}" dt="2026-04-03T17:43:06.026" v="116" actId="1076"/>
          <ac:picMkLst>
            <pc:docMk/>
            <pc:sldMk cId="929244039" sldId="256"/>
            <ac:picMk id="38" creationId="{4C55EC8E-AB42-2C72-9BC8-15F925EACF14}"/>
          </ac:picMkLst>
        </pc:picChg>
        <pc:picChg chg="add mod">
          <ac:chgData name="Salazar, Rene" userId="135bee45-9fa0-44cc-8c69-7e8150ac5637" providerId="ADAL" clId="{49E6FE71-A7DE-406A-847D-41E62321E1B2}" dt="2026-04-03T18:04:09.424" v="208" actId="14861"/>
          <ac:picMkLst>
            <pc:docMk/>
            <pc:sldMk cId="929244039" sldId="256"/>
            <ac:picMk id="42" creationId="{19A73958-8738-7179-A31C-B3E85C1C01CC}"/>
          </ac:picMkLst>
        </pc:picChg>
        <pc:picChg chg="add mod">
          <ac:chgData name="Salazar, Rene" userId="135bee45-9fa0-44cc-8c69-7e8150ac5637" providerId="ADAL" clId="{49E6FE71-A7DE-406A-847D-41E62321E1B2}" dt="2026-04-03T17:56:52.625" v="194" actId="1076"/>
          <ac:picMkLst>
            <pc:docMk/>
            <pc:sldMk cId="929244039" sldId="256"/>
            <ac:picMk id="44" creationId="{70353A94-2F0B-02FB-B3CF-86D0B7F52573}"/>
          </ac:picMkLst>
        </pc:picChg>
      </pc:sldChg>
    </pc:docChg>
  </pc:docChgLst>
  <pc:docChgLst>
    <pc:chgData name="Salazar, Rene" userId="S::rxs8957@mavs.uta.edu::135bee45-9fa0-44cc-8c69-7e8150ac5637" providerId="AD" clId="Web-{D80DFA2B-7A2B-2576-0DC9-3058014C3577}"/>
    <pc:docChg chg="modSld">
      <pc:chgData name="Salazar, Rene" userId="S::rxs8957@mavs.uta.edu::135bee45-9fa0-44cc-8c69-7e8150ac5637" providerId="AD" clId="Web-{D80DFA2B-7A2B-2576-0DC9-3058014C3577}" dt="2026-04-03T17:10:12.664" v="11"/>
      <pc:docMkLst>
        <pc:docMk/>
      </pc:docMkLst>
      <pc:sldChg chg="modSp">
        <pc:chgData name="Salazar, Rene" userId="S::rxs8957@mavs.uta.edu::135bee45-9fa0-44cc-8c69-7e8150ac5637" providerId="AD" clId="Web-{D80DFA2B-7A2B-2576-0DC9-3058014C3577}" dt="2026-04-03T17:10:12.664" v="11"/>
        <pc:sldMkLst>
          <pc:docMk/>
          <pc:sldMk cId="929244039" sldId="256"/>
        </pc:sldMkLst>
        <pc:picChg chg="mod modCrop">
          <ac:chgData name="Salazar, Rene" userId="S::rxs8957@mavs.uta.edu::135bee45-9fa0-44cc-8c69-7e8150ac5637" providerId="AD" clId="Web-{D80DFA2B-7A2B-2576-0DC9-3058014C3577}" dt="2026-04-03T17:10:12.664" v="11"/>
          <ac:picMkLst>
            <pc:docMk/>
            <pc:sldMk cId="929244039" sldId="256"/>
            <ac:picMk id="3" creationId="{3F1AFBDB-9A7C-D15F-B800-B2E58F2E633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F0D1E-9740-483F-9C4C-8BC780EE884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00188" y="1143000"/>
            <a:ext cx="3857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3F43EC-8D63-4E40-BD0B-24391437E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569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171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1pPr>
    <a:lvl2pPr marL="457088" algn="l" defTabSz="914171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2pPr>
    <a:lvl3pPr marL="914171" algn="l" defTabSz="914171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3pPr>
    <a:lvl4pPr marL="1371259" algn="l" defTabSz="914171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4pPr>
    <a:lvl5pPr marL="1828342" algn="l" defTabSz="914171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5pPr>
    <a:lvl6pPr marL="2285430" algn="l" defTabSz="914171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6pPr>
    <a:lvl7pPr marL="2742517" algn="l" defTabSz="914171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7pPr>
    <a:lvl8pPr marL="3199601" algn="l" defTabSz="914171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8pPr>
    <a:lvl9pPr marL="3656689" algn="l" defTabSz="914171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classified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672404" y="4547288"/>
            <a:ext cx="8348472" cy="228600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84"/>
          </a:p>
        </p:txBody>
      </p:sp>
      <p:sp>
        <p:nvSpPr>
          <p:cNvPr id="8" name="Rectangle 7"/>
          <p:cNvSpPr/>
          <p:nvPr userDrawn="1"/>
        </p:nvSpPr>
        <p:spPr>
          <a:xfrm>
            <a:off x="23015068" y="4547288"/>
            <a:ext cx="12893040" cy="228600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84"/>
          </a:p>
        </p:txBody>
      </p:sp>
      <p:sp>
        <p:nvSpPr>
          <p:cNvPr id="9" name="Rectangle 8"/>
          <p:cNvSpPr/>
          <p:nvPr userDrawn="1"/>
        </p:nvSpPr>
        <p:spPr>
          <a:xfrm>
            <a:off x="9594532" y="4547288"/>
            <a:ext cx="12896304" cy="228600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84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985384" y="2995279"/>
            <a:ext cx="21629024" cy="886020"/>
          </a:xfrm>
        </p:spPr>
        <p:txBody>
          <a:bodyPr lIns="0" tIns="0" rIns="0" bIns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3752" b="1">
                <a:solidFill>
                  <a:schemeClr val="tx1"/>
                </a:solidFill>
              </a:defRPr>
            </a:lvl1pPr>
            <a:lvl2pPr marL="1763636" indent="0" algn="l">
              <a:buNone/>
              <a:defRPr sz="3752"/>
            </a:lvl2pPr>
            <a:lvl3pPr marL="3527276" indent="0" algn="l">
              <a:buNone/>
              <a:defRPr sz="3752"/>
            </a:lvl3pPr>
            <a:lvl4pPr marL="5290912" indent="0" algn="l">
              <a:buNone/>
              <a:defRPr sz="3752"/>
            </a:lvl4pPr>
            <a:lvl5pPr marL="7054548" indent="0" algn="l">
              <a:buNone/>
              <a:defRPr sz="3752"/>
            </a:lvl5pPr>
          </a:lstStyle>
          <a:p>
            <a:pPr lvl="0"/>
            <a:r>
              <a:rPr lang="en-US" dirty="0"/>
              <a:t>&lt;A. Author&gt;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672404" y="27992435"/>
            <a:ext cx="35235704" cy="669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35272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15804256" algn="ctr"/>
                <a:tab pos="41152388" algn="r"/>
              </a:tabLst>
              <a:defRPr/>
            </a:pPr>
            <a:r>
              <a:rPr lang="en-US" sz="3752" b="1" dirty="0">
                <a:latin typeface="Arial" panose="020B0604020202020204" pitchFamily="34" charset="0"/>
                <a:cs typeface="Arial" panose="020B0604020202020204" pitchFamily="34" charset="0"/>
              </a:rPr>
              <a:t>2026 UTA</a:t>
            </a:r>
            <a:r>
              <a:rPr lang="en-US" sz="3752" b="1" baseline="0" dirty="0">
                <a:latin typeface="Arial" panose="020B0604020202020204" pitchFamily="34" charset="0"/>
                <a:cs typeface="Arial" panose="020B0604020202020204" pitchFamily="34" charset="0"/>
              </a:rPr>
              <a:t> College of Engineering Innovation Day	                                                                                                                                             April 14, 2026	</a:t>
            </a:r>
            <a:endParaRPr lang="en-US" sz="3752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988536" y="617841"/>
            <a:ext cx="21629024" cy="237744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6752" b="1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&lt;Poster Title&gt;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52C3B3-B64C-097F-0861-2408685D25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656" y="1455710"/>
            <a:ext cx="6614392" cy="2052292"/>
          </a:xfrm>
          <a:prstGeom prst="rect">
            <a:avLst/>
          </a:prstGeom>
        </p:spPr>
      </p:pic>
      <p:pic>
        <p:nvPicPr>
          <p:cNvPr id="6" name="Picture 5" descr="A light bulb with blue text&#10;&#10;AI-generated content may be incorrect.">
            <a:extLst>
              <a:ext uri="{FF2B5EF4-FFF2-40B4-BE49-F238E27FC236}">
                <a16:creationId xmlns:a16="http://schemas.microsoft.com/office/drawing/2014/main" id="{1C2EF1A0-F11F-8500-D5AE-DDD57714EA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68944" y="485265"/>
            <a:ext cx="7772400" cy="323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022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2000">
              <a:srgbClr val="0064B1"/>
            </a:gs>
            <a:gs pos="100000">
              <a:srgbClr val="E5C3A1"/>
            </a:gs>
            <a:gs pos="47000">
              <a:srgbClr val="D3EFFB"/>
            </a:gs>
            <a:gs pos="0">
              <a:srgbClr val="F79747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28800" y="1171789"/>
            <a:ext cx="32918400" cy="4876800"/>
          </a:xfrm>
          <a:prstGeom prst="rect">
            <a:avLst/>
          </a:prstGeom>
        </p:spPr>
        <p:txBody>
          <a:bodyPr vert="horz" lIns="376202" tIns="188101" rIns="376202" bIns="188101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0" y="6827527"/>
            <a:ext cx="32918400" cy="19310775"/>
          </a:xfrm>
          <a:prstGeom prst="rect">
            <a:avLst/>
          </a:prstGeom>
        </p:spPr>
        <p:txBody>
          <a:bodyPr vert="horz" lIns="376202" tIns="188101" rIns="376202" bIns="18810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28800" y="27120433"/>
            <a:ext cx="8534400" cy="1557867"/>
          </a:xfrm>
          <a:prstGeom prst="rect">
            <a:avLst/>
          </a:prstGeom>
        </p:spPr>
        <p:txBody>
          <a:bodyPr vert="horz" lIns="376202" tIns="188101" rIns="376202" bIns="188101" rtlCol="0" anchor="ctr"/>
          <a:lstStyle>
            <a:lvl1pPr algn="l">
              <a:defRPr sz="45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FE2EA4-D81A-4F72-A817-9EBC28A8AD4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496800" y="27120433"/>
            <a:ext cx="11582400" cy="1557867"/>
          </a:xfrm>
          <a:prstGeom prst="rect">
            <a:avLst/>
          </a:prstGeom>
        </p:spPr>
        <p:txBody>
          <a:bodyPr vert="horz" lIns="376202" tIns="188101" rIns="376202" bIns="188101" rtlCol="0" anchor="ctr"/>
          <a:lstStyle>
            <a:lvl1pPr algn="ctr">
              <a:defRPr sz="45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6212800" y="27120433"/>
            <a:ext cx="8534400" cy="1557867"/>
          </a:xfrm>
          <a:prstGeom prst="rect">
            <a:avLst/>
          </a:prstGeom>
        </p:spPr>
        <p:txBody>
          <a:bodyPr vert="horz" lIns="376202" tIns="188101" rIns="376202" bIns="188101" rtlCol="0" anchor="ctr"/>
          <a:lstStyle>
            <a:lvl1pPr algn="r">
              <a:defRPr sz="45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0916FD-1027-4A47-A489-A49E2AEB5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81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ctr" defTabSz="3527272" rtl="0" eaLnBrk="1" latinLnBrk="0" hangingPunct="1">
        <a:spcBef>
          <a:spcPct val="0"/>
        </a:spcBef>
        <a:buNone/>
        <a:defRPr sz="169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22728" indent="-1322728" algn="l" defTabSz="3527272" rtl="0" eaLnBrk="1" latinLnBrk="0" hangingPunct="1">
        <a:spcBef>
          <a:spcPct val="20000"/>
        </a:spcBef>
        <a:buFont typeface="Arial" panose="020B0604020202020204" pitchFamily="34" charset="0"/>
        <a:buChar char="•"/>
        <a:defRPr sz="12376" kern="1200">
          <a:solidFill>
            <a:schemeClr val="tx1"/>
          </a:solidFill>
          <a:latin typeface="+mn-lt"/>
          <a:ea typeface="+mn-ea"/>
          <a:cs typeface="+mn-cs"/>
        </a:defRPr>
      </a:lvl1pPr>
      <a:lvl2pPr marL="2865912" indent="-1102272" algn="l" defTabSz="3527272" rtl="0" eaLnBrk="1" latinLnBrk="0" hangingPunct="1">
        <a:spcBef>
          <a:spcPct val="20000"/>
        </a:spcBef>
        <a:buFont typeface="Arial" panose="020B0604020202020204" pitchFamily="34" charset="0"/>
        <a:buChar char="–"/>
        <a:defRPr sz="10784" kern="1200">
          <a:solidFill>
            <a:schemeClr val="tx1"/>
          </a:solidFill>
          <a:latin typeface="+mn-lt"/>
          <a:ea typeface="+mn-ea"/>
          <a:cs typeface="+mn-cs"/>
        </a:defRPr>
      </a:lvl2pPr>
      <a:lvl3pPr marL="4409092" indent="-881820" algn="l" defTabSz="3527272" rtl="0" eaLnBrk="1" latinLnBrk="0" hangingPunct="1">
        <a:spcBef>
          <a:spcPct val="20000"/>
        </a:spcBef>
        <a:buFont typeface="Arial" panose="020B0604020202020204" pitchFamily="34" charset="0"/>
        <a:buChar char="•"/>
        <a:defRPr sz="9284" kern="1200">
          <a:solidFill>
            <a:schemeClr val="tx1"/>
          </a:solidFill>
          <a:latin typeface="+mn-lt"/>
          <a:ea typeface="+mn-ea"/>
          <a:cs typeface="+mn-cs"/>
        </a:defRPr>
      </a:lvl3pPr>
      <a:lvl4pPr marL="6172728" indent="-881820" algn="l" defTabSz="3527272" rtl="0" eaLnBrk="1" latinLnBrk="0" hangingPunct="1">
        <a:spcBef>
          <a:spcPct val="20000"/>
        </a:spcBef>
        <a:buFont typeface="Arial" panose="020B0604020202020204" pitchFamily="34" charset="0"/>
        <a:buChar char="–"/>
        <a:defRPr sz="7688" kern="1200">
          <a:solidFill>
            <a:schemeClr val="tx1"/>
          </a:solidFill>
          <a:latin typeface="+mn-lt"/>
          <a:ea typeface="+mn-ea"/>
          <a:cs typeface="+mn-cs"/>
        </a:defRPr>
      </a:lvl4pPr>
      <a:lvl5pPr marL="7936368" indent="-881820" algn="l" defTabSz="3527272" rtl="0" eaLnBrk="1" latinLnBrk="0" hangingPunct="1">
        <a:spcBef>
          <a:spcPct val="20000"/>
        </a:spcBef>
        <a:buFont typeface="Arial" panose="020B0604020202020204" pitchFamily="34" charset="0"/>
        <a:buChar char="»"/>
        <a:defRPr sz="7688" kern="1200">
          <a:solidFill>
            <a:schemeClr val="tx1"/>
          </a:solidFill>
          <a:latin typeface="+mn-lt"/>
          <a:ea typeface="+mn-ea"/>
          <a:cs typeface="+mn-cs"/>
        </a:defRPr>
      </a:lvl5pPr>
      <a:lvl6pPr marL="9700004" indent="-881820" algn="l" defTabSz="3527272" rtl="0" eaLnBrk="1" latinLnBrk="0" hangingPunct="1">
        <a:spcBef>
          <a:spcPct val="20000"/>
        </a:spcBef>
        <a:buFont typeface="Arial" panose="020B0604020202020204" pitchFamily="34" charset="0"/>
        <a:buChar char="•"/>
        <a:defRPr sz="7688" kern="1200">
          <a:solidFill>
            <a:schemeClr val="tx1"/>
          </a:solidFill>
          <a:latin typeface="+mn-lt"/>
          <a:ea typeface="+mn-ea"/>
          <a:cs typeface="+mn-cs"/>
        </a:defRPr>
      </a:lvl6pPr>
      <a:lvl7pPr marL="11463640" indent="-881820" algn="l" defTabSz="3527272" rtl="0" eaLnBrk="1" latinLnBrk="0" hangingPunct="1">
        <a:spcBef>
          <a:spcPct val="20000"/>
        </a:spcBef>
        <a:buFont typeface="Arial" panose="020B0604020202020204" pitchFamily="34" charset="0"/>
        <a:buChar char="•"/>
        <a:defRPr sz="7688" kern="1200">
          <a:solidFill>
            <a:schemeClr val="tx1"/>
          </a:solidFill>
          <a:latin typeface="+mn-lt"/>
          <a:ea typeface="+mn-ea"/>
          <a:cs typeface="+mn-cs"/>
        </a:defRPr>
      </a:lvl7pPr>
      <a:lvl8pPr marL="13227280" indent="-881820" algn="l" defTabSz="3527272" rtl="0" eaLnBrk="1" latinLnBrk="0" hangingPunct="1">
        <a:spcBef>
          <a:spcPct val="20000"/>
        </a:spcBef>
        <a:buFont typeface="Arial" panose="020B0604020202020204" pitchFamily="34" charset="0"/>
        <a:buChar char="•"/>
        <a:defRPr sz="7688" kern="1200">
          <a:solidFill>
            <a:schemeClr val="tx1"/>
          </a:solidFill>
          <a:latin typeface="+mn-lt"/>
          <a:ea typeface="+mn-ea"/>
          <a:cs typeface="+mn-cs"/>
        </a:defRPr>
      </a:lvl8pPr>
      <a:lvl9pPr marL="14990916" indent="-881820" algn="l" defTabSz="3527272" rtl="0" eaLnBrk="1" latinLnBrk="0" hangingPunct="1">
        <a:spcBef>
          <a:spcPct val="20000"/>
        </a:spcBef>
        <a:buFont typeface="Arial" panose="020B0604020202020204" pitchFamily="34" charset="0"/>
        <a:buChar char="•"/>
        <a:defRPr sz="76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27272" rtl="0" eaLnBrk="1" latinLnBrk="0" hangingPunct="1">
        <a:defRPr sz="6940" kern="1200">
          <a:solidFill>
            <a:schemeClr val="tx1"/>
          </a:solidFill>
          <a:latin typeface="+mn-lt"/>
          <a:ea typeface="+mn-ea"/>
          <a:cs typeface="+mn-cs"/>
        </a:defRPr>
      </a:lvl1pPr>
      <a:lvl2pPr marL="1763636" algn="l" defTabSz="3527272" rtl="0" eaLnBrk="1" latinLnBrk="0" hangingPunct="1">
        <a:defRPr sz="6940" kern="1200">
          <a:solidFill>
            <a:schemeClr val="tx1"/>
          </a:solidFill>
          <a:latin typeface="+mn-lt"/>
          <a:ea typeface="+mn-ea"/>
          <a:cs typeface="+mn-cs"/>
        </a:defRPr>
      </a:lvl2pPr>
      <a:lvl3pPr marL="3527272" algn="l" defTabSz="3527272" rtl="0" eaLnBrk="1" latinLnBrk="0" hangingPunct="1">
        <a:defRPr sz="6940" kern="1200">
          <a:solidFill>
            <a:schemeClr val="tx1"/>
          </a:solidFill>
          <a:latin typeface="+mn-lt"/>
          <a:ea typeface="+mn-ea"/>
          <a:cs typeface="+mn-cs"/>
        </a:defRPr>
      </a:lvl3pPr>
      <a:lvl4pPr marL="5290912" algn="l" defTabSz="3527272" rtl="0" eaLnBrk="1" latinLnBrk="0" hangingPunct="1">
        <a:defRPr sz="6940" kern="1200">
          <a:solidFill>
            <a:schemeClr val="tx1"/>
          </a:solidFill>
          <a:latin typeface="+mn-lt"/>
          <a:ea typeface="+mn-ea"/>
          <a:cs typeface="+mn-cs"/>
        </a:defRPr>
      </a:lvl4pPr>
      <a:lvl5pPr marL="7054548" algn="l" defTabSz="3527272" rtl="0" eaLnBrk="1" latinLnBrk="0" hangingPunct="1">
        <a:defRPr sz="6940" kern="1200">
          <a:solidFill>
            <a:schemeClr val="tx1"/>
          </a:solidFill>
          <a:latin typeface="+mn-lt"/>
          <a:ea typeface="+mn-ea"/>
          <a:cs typeface="+mn-cs"/>
        </a:defRPr>
      </a:lvl5pPr>
      <a:lvl6pPr marL="8818184" algn="l" defTabSz="3527272" rtl="0" eaLnBrk="1" latinLnBrk="0" hangingPunct="1">
        <a:defRPr sz="6940" kern="1200">
          <a:solidFill>
            <a:schemeClr val="tx1"/>
          </a:solidFill>
          <a:latin typeface="+mn-lt"/>
          <a:ea typeface="+mn-ea"/>
          <a:cs typeface="+mn-cs"/>
        </a:defRPr>
      </a:lvl6pPr>
      <a:lvl7pPr marL="10581824" algn="l" defTabSz="3527272" rtl="0" eaLnBrk="1" latinLnBrk="0" hangingPunct="1">
        <a:defRPr sz="6940" kern="1200">
          <a:solidFill>
            <a:schemeClr val="tx1"/>
          </a:solidFill>
          <a:latin typeface="+mn-lt"/>
          <a:ea typeface="+mn-ea"/>
          <a:cs typeface="+mn-cs"/>
        </a:defRPr>
      </a:lvl7pPr>
      <a:lvl8pPr marL="12345460" algn="l" defTabSz="3527272" rtl="0" eaLnBrk="1" latinLnBrk="0" hangingPunct="1">
        <a:defRPr sz="6940" kern="1200">
          <a:solidFill>
            <a:schemeClr val="tx1"/>
          </a:solidFill>
          <a:latin typeface="+mn-lt"/>
          <a:ea typeface="+mn-ea"/>
          <a:cs typeface="+mn-cs"/>
        </a:defRPr>
      </a:lvl8pPr>
      <a:lvl9pPr marL="14109096" algn="l" defTabSz="3527272" rtl="0" eaLnBrk="1" latinLnBrk="0" hangingPunct="1">
        <a:defRPr sz="69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react.dev" TargetMode="External"/><Relationship Id="rId13" Type="http://schemas.openxmlformats.org/officeDocument/2006/relationships/image" Target="../media/image8.png"/><Relationship Id="rId1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hyperlink" Target="https://firebase.google.com/docs/hosting" TargetMode="External"/><Relationship Id="rId12" Type="http://schemas.openxmlformats.org/officeDocument/2006/relationships/image" Target="../media/image7.png"/><Relationship Id="rId17" Type="http://schemas.openxmlformats.org/officeDocument/2006/relationships/image" Target="../media/image12.png"/><Relationship Id="rId2" Type="http://schemas.openxmlformats.org/officeDocument/2006/relationships/image" Target="../media/image3.png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irebase.google.com/docs/firestore/query-data/get-data" TargetMode="External"/><Relationship Id="rId11" Type="http://schemas.openxmlformats.org/officeDocument/2006/relationships/image" Target="../media/image6.png"/><Relationship Id="rId5" Type="http://schemas.openxmlformats.org/officeDocument/2006/relationships/hyperlink" Target="https://firebase.google.com/docs/auth/web/auth-state-persistence" TargetMode="External"/><Relationship Id="rId15" Type="http://schemas.openxmlformats.org/officeDocument/2006/relationships/image" Target="../media/image10.png"/><Relationship Id="rId10" Type="http://schemas.openxmlformats.org/officeDocument/2006/relationships/image" Target="../media/image5.png"/><Relationship Id="rId4" Type="http://schemas.openxmlformats.org/officeDocument/2006/relationships/hyperlink" Target="https://console.groq.com/docs" TargetMode="External"/><Relationship Id="rId9" Type="http://schemas.openxmlformats.org/officeDocument/2006/relationships/hyperlink" Target="https://reactrouter.com/en/main" TargetMode="External"/><Relationship Id="rId1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16E23F6-D272-B434-6505-BBE24CAAB4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9278" y="14751937"/>
            <a:ext cx="4918521" cy="72274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66E1F9E-5F2F-38A5-1461-0BA3DCD36E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822"/>
          <a:stretch>
            <a:fillRect/>
          </a:stretch>
        </p:blipFill>
        <p:spPr>
          <a:xfrm>
            <a:off x="1429561" y="17540924"/>
            <a:ext cx="6337008" cy="6903334"/>
          </a:xfrm>
          <a:prstGeom prst="rect">
            <a:avLst/>
          </a:prstGeom>
        </p:spPr>
      </p:pic>
      <p:sp>
        <p:nvSpPr>
          <p:cNvPr id="16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0" y="3331044"/>
            <a:ext cx="36576000" cy="1150732"/>
          </a:xfrm>
        </p:spPr>
        <p:txBody>
          <a:bodyPr/>
          <a:lstStyle/>
          <a:p>
            <a:r>
              <a:rPr lang="en-US" dirty="0"/>
              <a:t>Everly, Adalynn; Davis, Ryan; Salazar, Rene; Gallegos, Cesar; Acevedo, Alan; Lopez, Xavior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0" y="593358"/>
            <a:ext cx="36576000" cy="2228852"/>
          </a:xfrm>
        </p:spPr>
        <p:txBody>
          <a:bodyPr/>
          <a:lstStyle/>
          <a:p>
            <a:r>
              <a:rPr lang="en-US" dirty="0" err="1"/>
              <a:t>ByteBuddi</a:t>
            </a:r>
            <a:r>
              <a:rPr lang="en-US" dirty="0"/>
              <a:t> Automated Resume Builder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75366" y="4560156"/>
            <a:ext cx="8338168" cy="611834"/>
          </a:xfrm>
          <a:prstGeom prst="rect">
            <a:avLst/>
          </a:prstGeom>
          <a:gradFill>
            <a:gsLst>
              <a:gs pos="0">
                <a:srgbClr val="1E41A0"/>
              </a:gs>
              <a:gs pos="50000">
                <a:srgbClr val="1E41A0">
                  <a:alpha val="65000"/>
                </a:srgbClr>
              </a:gs>
              <a:gs pos="100000">
                <a:srgbClr val="1E41A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algn="ctr"/>
            <a:r>
              <a:rPr lang="en-US" sz="3376" b="1" dirty="0">
                <a:solidFill>
                  <a:schemeClr val="bg1"/>
                </a:solidFill>
              </a:rPr>
              <a:t>Executive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99838" y="4556165"/>
            <a:ext cx="12911328" cy="611834"/>
          </a:xfrm>
          <a:prstGeom prst="rect">
            <a:avLst/>
          </a:prstGeom>
          <a:gradFill>
            <a:gsLst>
              <a:gs pos="0">
                <a:srgbClr val="1E41A0"/>
              </a:gs>
              <a:gs pos="50000">
                <a:srgbClr val="1E41A0">
                  <a:alpha val="65000"/>
                </a:srgbClr>
              </a:gs>
              <a:gs pos="100000">
                <a:srgbClr val="1E41A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algn="ctr"/>
            <a:r>
              <a:rPr lang="en-US" sz="3376" b="1" dirty="0">
                <a:solidFill>
                  <a:schemeClr val="bg1"/>
                </a:solidFill>
              </a:rPr>
              <a:t>Experimental Setup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4328" y="14037622"/>
            <a:ext cx="8339328" cy="611834"/>
          </a:xfrm>
          <a:prstGeom prst="rect">
            <a:avLst/>
          </a:prstGeom>
          <a:gradFill>
            <a:gsLst>
              <a:gs pos="0">
                <a:srgbClr val="1E41A0"/>
              </a:gs>
              <a:gs pos="50000">
                <a:srgbClr val="1E41A0">
                  <a:alpha val="65000"/>
                </a:srgbClr>
              </a:gs>
              <a:gs pos="100000">
                <a:srgbClr val="1E41A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algn="ctr"/>
            <a:r>
              <a:rPr lang="en-US" sz="3376" b="1" dirty="0">
                <a:solidFill>
                  <a:schemeClr val="bg1"/>
                </a:solidFill>
              </a:rPr>
              <a:t>Background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850" y="15312226"/>
            <a:ext cx="7849860" cy="2923112"/>
          </a:xfrm>
          <a:prstGeom prst="rect">
            <a:avLst/>
          </a:prstGeom>
          <a:noFill/>
        </p:spPr>
        <p:txBody>
          <a:bodyPr wrap="square" lIns="171452" tIns="171452" rIns="171452" bIns="171452" rtlCol="0" anchor="t">
            <a:spAutoFit/>
          </a:bodyPr>
          <a:lstStyle/>
          <a:p>
            <a:pPr marL="241300" indent="-2413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2624" dirty="0">
                <a:latin typeface="Arial" panose="020B0604020202020204" pitchFamily="34" charset="0"/>
                <a:cs typeface="Arial" panose="020B0604020202020204" pitchFamily="34" charset="0"/>
              </a:rPr>
              <a:t>Many resumes do not match job posting language, which hurts ATS visibility</a:t>
            </a:r>
          </a:p>
          <a:p>
            <a:pPr marL="241300" indent="-2413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2624" dirty="0">
                <a:latin typeface="Arial" panose="020B0604020202020204" pitchFamily="34" charset="0"/>
                <a:cs typeface="Arial" panose="020B0604020202020204" pitchFamily="34" charset="0"/>
              </a:rPr>
              <a:t>Students often struggle with formatting and describing skills clearly</a:t>
            </a:r>
          </a:p>
          <a:p>
            <a:pPr marL="241300" indent="-2413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2624" dirty="0">
                <a:latin typeface="Arial" panose="020B0604020202020204" pitchFamily="34" charset="0"/>
                <a:cs typeface="Arial" panose="020B0604020202020204" pitchFamily="34" charset="0"/>
              </a:rPr>
              <a:t>ByteBuddi combines structured templates with keyword feedback to help users tailor resumes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63448" y="5319276"/>
            <a:ext cx="12090284" cy="2596228"/>
          </a:xfrm>
          <a:prstGeom prst="rect">
            <a:avLst/>
          </a:prstGeom>
          <a:noFill/>
        </p:spPr>
        <p:txBody>
          <a:bodyPr wrap="square" lIns="171452" tIns="171452" rIns="171452" bIns="171452" rtlCol="0" anchor="t">
            <a:spAutoFit/>
          </a:bodyPr>
          <a:lstStyle/>
          <a:p>
            <a:pPr marL="241300" indent="-2413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2650" dirty="0">
                <a:latin typeface="Arial" panose="020B0604020202020204" pitchFamily="34" charset="0"/>
                <a:cs typeface="Arial" panose="020B0604020202020204" pitchFamily="34" charset="0"/>
              </a:rPr>
              <a:t>Template selection and resume preview work correctly</a:t>
            </a:r>
          </a:p>
          <a:p>
            <a:pPr marL="241300" indent="-2413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2650" dirty="0">
                <a:latin typeface="Arial" panose="020B0604020202020204" pitchFamily="34" charset="0"/>
                <a:cs typeface="Arial" panose="020B0604020202020204" pitchFamily="34" charset="0"/>
              </a:rPr>
              <a:t>ATS checker generates a score and missing keyword suggestions</a:t>
            </a:r>
          </a:p>
          <a:p>
            <a:pPr marL="241300" indent="-2413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2650" dirty="0">
                <a:latin typeface="Arial" panose="020B0604020202020204" pitchFamily="34" charset="0"/>
                <a:cs typeface="Arial" panose="020B0604020202020204" pitchFamily="34" charset="0"/>
              </a:rPr>
              <a:t>Core pages load reliably during typical user flows</a:t>
            </a:r>
          </a:p>
          <a:p>
            <a:pPr marL="241300" indent="-2413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2650" dirty="0">
                <a:latin typeface="Arial" panose="020B0604020202020204" pitchFamily="34" charset="0"/>
                <a:cs typeface="Arial" panose="020B0604020202020204" pitchFamily="34" charset="0"/>
              </a:rPr>
              <a:t>Remaining work: improve mobile layout, tighten responsiveness, standardize deployment steps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89232" y="14070138"/>
            <a:ext cx="12911328" cy="611834"/>
          </a:xfrm>
          <a:prstGeom prst="rect">
            <a:avLst/>
          </a:prstGeom>
          <a:gradFill>
            <a:gsLst>
              <a:gs pos="0">
                <a:srgbClr val="1E41A0"/>
              </a:gs>
              <a:gs pos="50000">
                <a:srgbClr val="1E41A0">
                  <a:alpha val="65000"/>
                </a:srgbClr>
              </a:gs>
              <a:gs pos="100000">
                <a:srgbClr val="1E41A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algn="ctr"/>
            <a:r>
              <a:rPr lang="en-US" sz="3376" b="1" dirty="0">
                <a:solidFill>
                  <a:schemeClr val="bg1"/>
                </a:solidFill>
              </a:rPr>
              <a:t>Experimental Test Plan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993940" y="4551744"/>
            <a:ext cx="12911328" cy="611834"/>
          </a:xfrm>
          <a:prstGeom prst="rect">
            <a:avLst/>
          </a:prstGeom>
          <a:gradFill>
            <a:gsLst>
              <a:gs pos="0">
                <a:srgbClr val="1E41A0"/>
              </a:gs>
              <a:gs pos="50000">
                <a:srgbClr val="1E41A0">
                  <a:alpha val="65000"/>
                </a:srgbClr>
              </a:gs>
              <a:gs pos="100000">
                <a:srgbClr val="1E41A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algn="ctr"/>
            <a:r>
              <a:rPr lang="en-US" sz="3376" b="1" dirty="0">
                <a:solidFill>
                  <a:schemeClr val="bg1"/>
                </a:solidFill>
              </a:rPr>
              <a:t>Experimental Results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028280" y="21907980"/>
            <a:ext cx="12911328" cy="611834"/>
          </a:xfrm>
          <a:prstGeom prst="rect">
            <a:avLst/>
          </a:prstGeom>
          <a:gradFill>
            <a:gsLst>
              <a:gs pos="0">
                <a:srgbClr val="1E41A0"/>
              </a:gs>
              <a:gs pos="50000">
                <a:srgbClr val="1E41A0">
                  <a:alpha val="65000"/>
                </a:srgbClr>
              </a:gs>
              <a:gs pos="100000">
                <a:srgbClr val="1E41A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algn="ctr"/>
            <a:r>
              <a:rPr lang="en-US" sz="3376" b="1" dirty="0">
                <a:solidFill>
                  <a:schemeClr val="bg1"/>
                </a:solidFill>
              </a:rPr>
              <a:t>References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993936" y="14070136"/>
            <a:ext cx="12911328" cy="611834"/>
          </a:xfrm>
          <a:prstGeom prst="rect">
            <a:avLst/>
          </a:prstGeom>
          <a:gradFill>
            <a:gsLst>
              <a:gs pos="0">
                <a:srgbClr val="1E41A0"/>
              </a:gs>
              <a:gs pos="50000">
                <a:srgbClr val="1E41A0">
                  <a:alpha val="65000"/>
                </a:srgbClr>
              </a:gs>
              <a:gs pos="100000">
                <a:srgbClr val="1E41A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algn="ctr"/>
            <a:r>
              <a:rPr lang="en-US" sz="3376" b="1" dirty="0">
                <a:solidFill>
                  <a:schemeClr val="bg1"/>
                </a:solidFill>
              </a:rPr>
              <a:t>Conclusions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11318" y="15083625"/>
            <a:ext cx="12090284" cy="6519353"/>
          </a:xfrm>
          <a:prstGeom prst="rect">
            <a:avLst/>
          </a:prstGeom>
          <a:noFill/>
        </p:spPr>
        <p:txBody>
          <a:bodyPr wrap="square" lIns="171452" tIns="171452" rIns="171452" bIns="171452" rtlCol="0" anchor="t">
            <a:spAutoFit/>
          </a:bodyPr>
          <a:lstStyle/>
          <a:p>
            <a:pPr marL="241300" indent="-2413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2624" dirty="0">
                <a:latin typeface="Arial" panose="020B0604020202020204" pitchFamily="34" charset="0"/>
                <a:cs typeface="Arial" panose="020B0604020202020204" pitchFamily="34" charset="0"/>
              </a:rPr>
              <a:t>Test categories</a:t>
            </a:r>
          </a:p>
          <a:p>
            <a:pPr marL="241300" indent="-2413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2624" dirty="0">
                <a:latin typeface="Arial" panose="020B0604020202020204" pitchFamily="34" charset="0"/>
                <a:cs typeface="Arial" panose="020B0604020202020204" pitchFamily="34" charset="0"/>
              </a:rPr>
              <a:t>Account creation and login</a:t>
            </a:r>
          </a:p>
          <a:p>
            <a:pPr marL="241300" indent="-2413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2624" dirty="0">
                <a:latin typeface="Arial" panose="020B0604020202020204" pitchFamily="34" charset="0"/>
                <a:cs typeface="Arial" panose="020B0604020202020204" pitchFamily="34" charset="0"/>
              </a:rPr>
              <a:t>Template selection and rendering</a:t>
            </a:r>
          </a:p>
          <a:p>
            <a:pPr marL="241300" indent="-2413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2624" dirty="0">
                <a:latin typeface="Arial" panose="020B0604020202020204" pitchFamily="34" charset="0"/>
                <a:cs typeface="Arial" panose="020B0604020202020204" pitchFamily="34" charset="0"/>
              </a:rPr>
              <a:t>Resume editing and export</a:t>
            </a:r>
          </a:p>
          <a:p>
            <a:pPr marL="241300" indent="-2413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2624" dirty="0">
                <a:latin typeface="Arial" panose="020B0604020202020204" pitchFamily="34" charset="0"/>
                <a:cs typeface="Arial" panose="020B0604020202020204" pitchFamily="34" charset="0"/>
              </a:rPr>
              <a:t>ATS checker job description input and analysis output</a:t>
            </a:r>
          </a:p>
          <a:p>
            <a:pPr marL="241300" indent="-2413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2624" dirty="0">
                <a:latin typeface="Arial" panose="020B0604020202020204" pitchFamily="34" charset="0"/>
                <a:cs typeface="Arial" panose="020B0604020202020204" pitchFamily="34" charset="0"/>
              </a:rPr>
              <a:t>Cross browser testing</a:t>
            </a:r>
          </a:p>
          <a:p>
            <a:pPr marL="241300" indent="-2413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2624" dirty="0">
                <a:latin typeface="Arial" panose="020B0604020202020204" pitchFamily="34" charset="0"/>
                <a:cs typeface="Arial" panose="020B0604020202020204" pitchFamily="34" charset="0"/>
              </a:rPr>
              <a:t>Mobile responsiveness testing</a:t>
            </a:r>
          </a:p>
          <a:p>
            <a:pPr marL="241300" indent="-2413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2624" dirty="0">
                <a:latin typeface="Arial" panose="020B0604020202020204" pitchFamily="34" charset="0"/>
                <a:cs typeface="Arial" panose="020B0604020202020204" pitchFamily="34" charset="0"/>
              </a:rPr>
              <a:t>Deployment validation</a:t>
            </a:r>
          </a:p>
          <a:p>
            <a:pPr marL="241300" indent="-2413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2624" dirty="0">
                <a:latin typeface="Arial" panose="020B0604020202020204" pitchFamily="34" charset="0"/>
                <a:cs typeface="Arial" panose="020B0604020202020204" pitchFamily="34" charset="0"/>
              </a:rPr>
              <a:t>Success criteria</a:t>
            </a:r>
          </a:p>
          <a:p>
            <a:pPr marL="241300" indent="-2413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2624" dirty="0">
                <a:latin typeface="Arial" panose="020B0604020202020204" pitchFamily="34" charset="0"/>
                <a:cs typeface="Arial" panose="020B0604020202020204" pitchFamily="34" charset="0"/>
              </a:rPr>
              <a:t>Users can complete a resume workflow without errors</a:t>
            </a:r>
          </a:p>
          <a:p>
            <a:pPr marL="241300" indent="-2413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2624" dirty="0">
                <a:latin typeface="Arial" panose="020B0604020202020204" pitchFamily="34" charset="0"/>
                <a:cs typeface="Arial" panose="020B0604020202020204" pitchFamily="34" charset="0"/>
              </a:rPr>
              <a:t>ATS checker returns a score and keyword suggestions</a:t>
            </a:r>
          </a:p>
          <a:p>
            <a:pPr marL="241300" indent="-2413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2624" dirty="0">
                <a:latin typeface="Arial" panose="020B0604020202020204" pitchFamily="34" charset="0"/>
                <a:cs typeface="Arial" panose="020B0604020202020204" pitchFamily="34" charset="0"/>
              </a:rPr>
              <a:t>Pages render correctly on common screen sizes</a:t>
            </a:r>
          </a:p>
          <a:p>
            <a:pPr marL="241300" indent="-2413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2624" dirty="0">
                <a:latin typeface="Arial" panose="020B0604020202020204" pitchFamily="34" charset="0"/>
                <a:cs typeface="Arial" panose="020B0604020202020204" pitchFamily="34" charset="0"/>
              </a:rPr>
              <a:t>No blocking bugs in core flows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031999" y="22558319"/>
            <a:ext cx="12837784" cy="3793350"/>
          </a:xfrm>
          <a:prstGeom prst="rect">
            <a:avLst/>
          </a:prstGeom>
          <a:noFill/>
        </p:spPr>
        <p:txBody>
          <a:bodyPr wrap="square" lIns="171452" tIns="171452" rIns="171452" bIns="171452" rtlCol="0" anchor="t">
            <a:spAutoFit/>
          </a:bodyPr>
          <a:lstStyle/>
          <a:p>
            <a:pPr>
              <a:spcAft>
                <a:spcPts val="564"/>
              </a:spcAft>
            </a:pPr>
            <a:r>
              <a:rPr lang="en-US" sz="2800" dirty="0">
                <a:latin typeface="Arial"/>
                <a:ea typeface="Calibri"/>
                <a:cs typeface="Arial"/>
              </a:rPr>
              <a:t>1. </a:t>
            </a:r>
            <a:r>
              <a:rPr lang="en-US" sz="2800" dirty="0" err="1">
                <a:latin typeface="Arial"/>
                <a:ea typeface="Calibri"/>
                <a:cs typeface="Arial"/>
              </a:rPr>
              <a:t>Groq</a:t>
            </a:r>
            <a:r>
              <a:rPr lang="en-US" sz="2800" dirty="0">
                <a:latin typeface="Arial"/>
                <a:ea typeface="Calibri"/>
                <a:cs typeface="Arial"/>
              </a:rPr>
              <a:t> API Docs: </a:t>
            </a:r>
            <a:r>
              <a:rPr lang="en-US" sz="2800" dirty="0">
                <a:latin typeface="Arial"/>
                <a:ea typeface="Calibri"/>
                <a:cs typeface="Arial"/>
                <a:hlinkClick r:id="rId4"/>
              </a:rPr>
              <a:t>https://console.groq.com/docs</a:t>
            </a:r>
            <a:r>
              <a:rPr lang="en-US" sz="2800" dirty="0">
                <a:latin typeface="Arial"/>
                <a:ea typeface="Calibri"/>
                <a:cs typeface="Arial"/>
              </a:rPr>
              <a:t> </a:t>
            </a:r>
            <a:br>
              <a:rPr lang="en-US" sz="2800" dirty="0">
                <a:latin typeface="Arial"/>
                <a:ea typeface="Calibri"/>
                <a:cs typeface="Arial"/>
              </a:rPr>
            </a:br>
            <a:r>
              <a:rPr lang="en-US" sz="2800" dirty="0">
                <a:latin typeface="Arial"/>
                <a:ea typeface="Calibri"/>
                <a:cs typeface="Arial"/>
              </a:rPr>
              <a:t>2. Firebase Auth State Persistence: </a:t>
            </a:r>
            <a:r>
              <a:rPr lang="en-US" sz="2800" dirty="0">
                <a:latin typeface="Arial"/>
                <a:ea typeface="Calibri"/>
                <a:cs typeface="Arial"/>
                <a:hlinkClick r:id="rId5"/>
              </a:rPr>
              <a:t>https://firebase.google.com/docs/auth/web/auth-state-persistence</a:t>
            </a:r>
            <a:r>
              <a:rPr lang="en-US" sz="2800" dirty="0">
                <a:latin typeface="Arial"/>
                <a:ea typeface="Calibri"/>
                <a:cs typeface="Arial"/>
              </a:rPr>
              <a:t> </a:t>
            </a:r>
            <a:br>
              <a:rPr lang="en-US" sz="2800" dirty="0">
                <a:latin typeface="Arial"/>
                <a:ea typeface="Calibri"/>
                <a:cs typeface="Arial"/>
              </a:rPr>
            </a:br>
            <a:r>
              <a:rPr lang="en-US" sz="2800" dirty="0">
                <a:latin typeface="Arial"/>
                <a:ea typeface="Calibri"/>
                <a:cs typeface="Arial"/>
              </a:rPr>
              <a:t>3. Cloud </a:t>
            </a:r>
            <a:r>
              <a:rPr lang="en-US" sz="2800" dirty="0" err="1">
                <a:latin typeface="Arial"/>
                <a:ea typeface="Calibri"/>
                <a:cs typeface="Arial"/>
              </a:rPr>
              <a:t>Firestore</a:t>
            </a:r>
            <a:r>
              <a:rPr lang="en-US" sz="2800" dirty="0">
                <a:latin typeface="Arial"/>
                <a:ea typeface="Calibri"/>
                <a:cs typeface="Arial"/>
              </a:rPr>
              <a:t> Docs: </a:t>
            </a:r>
            <a:r>
              <a:rPr lang="en-US" sz="2800" dirty="0">
                <a:latin typeface="Arial"/>
                <a:ea typeface="Calibri"/>
                <a:cs typeface="Arial"/>
                <a:hlinkClick r:id="rId6"/>
              </a:rPr>
              <a:t>https://firebase.google.com/docs/firestore/query-data/get-data</a:t>
            </a:r>
            <a:r>
              <a:rPr lang="en-US" sz="2800" dirty="0">
                <a:latin typeface="Arial"/>
                <a:ea typeface="Calibri"/>
                <a:cs typeface="Arial"/>
              </a:rPr>
              <a:t> </a:t>
            </a:r>
            <a:br>
              <a:rPr lang="en-US" sz="2800" dirty="0">
                <a:latin typeface="Arial"/>
                <a:ea typeface="Calibri"/>
                <a:cs typeface="Arial"/>
              </a:rPr>
            </a:br>
            <a:r>
              <a:rPr lang="en-US" sz="2800" dirty="0">
                <a:latin typeface="Arial"/>
                <a:ea typeface="Calibri"/>
                <a:cs typeface="Arial"/>
              </a:rPr>
              <a:t>4. Firebase Hosting Docs: </a:t>
            </a:r>
            <a:r>
              <a:rPr lang="en-US" sz="2800" dirty="0">
                <a:latin typeface="Arial"/>
                <a:ea typeface="Calibri"/>
                <a:cs typeface="Arial"/>
                <a:hlinkClick r:id="rId7"/>
              </a:rPr>
              <a:t>https://firebase.google.com/docs/hosting</a:t>
            </a:r>
            <a:r>
              <a:rPr lang="en-US" sz="2800" dirty="0">
                <a:latin typeface="Arial"/>
                <a:ea typeface="Calibri"/>
                <a:cs typeface="Arial"/>
              </a:rPr>
              <a:t> </a:t>
            </a:r>
            <a:br>
              <a:rPr lang="en-US" sz="2800" dirty="0">
                <a:latin typeface="Arial"/>
                <a:ea typeface="Calibri"/>
                <a:cs typeface="Arial"/>
              </a:rPr>
            </a:br>
            <a:r>
              <a:rPr lang="en-US" sz="2800" dirty="0">
                <a:latin typeface="Arial"/>
                <a:ea typeface="Calibri"/>
                <a:cs typeface="Arial"/>
              </a:rPr>
              <a:t>5. React Docs: </a:t>
            </a:r>
            <a:r>
              <a:rPr lang="en-US" sz="2800" dirty="0">
                <a:latin typeface="Arial"/>
                <a:ea typeface="Calibri"/>
                <a:cs typeface="Arial"/>
                <a:hlinkClick r:id="rId8"/>
              </a:rPr>
              <a:t>https://react.dev</a:t>
            </a:r>
            <a:r>
              <a:rPr lang="en-US" sz="2800" dirty="0">
                <a:latin typeface="Arial"/>
                <a:ea typeface="Calibri"/>
                <a:cs typeface="Arial"/>
              </a:rPr>
              <a:t> </a:t>
            </a:r>
            <a:br>
              <a:rPr lang="en-US" sz="2800" dirty="0">
                <a:latin typeface="Arial"/>
                <a:ea typeface="Calibri"/>
                <a:cs typeface="Arial"/>
              </a:rPr>
            </a:br>
            <a:r>
              <a:rPr lang="en-US" sz="2800" dirty="0">
                <a:latin typeface="Arial"/>
                <a:ea typeface="Calibri"/>
                <a:cs typeface="Arial"/>
              </a:rPr>
              <a:t>6. React Router Docs: </a:t>
            </a:r>
            <a:r>
              <a:rPr lang="en-US" sz="2800" dirty="0">
                <a:latin typeface="Arial"/>
                <a:ea typeface="Calibri"/>
                <a:cs typeface="Arial"/>
                <a:hlinkClick r:id="rId9"/>
              </a:rPr>
              <a:t>https://reactrouter.com/en/main</a:t>
            </a:r>
            <a:r>
              <a:rPr lang="en-US" sz="2800" dirty="0">
                <a:latin typeface="Arial"/>
                <a:ea typeface="Calibri"/>
                <a:cs typeface="Arial"/>
              </a:rPr>
              <a:t> 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C829D760-A267-4E10-A3D3-C249C39E5A99}"/>
              </a:ext>
            </a:extLst>
          </p:cNvPr>
          <p:cNvSpPr txBox="1">
            <a:spLocks/>
          </p:cNvSpPr>
          <p:nvPr/>
        </p:nvSpPr>
        <p:spPr>
          <a:xfrm>
            <a:off x="0" y="2453915"/>
            <a:ext cx="36576000" cy="84256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ctr" defTabSz="3762024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7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56645" indent="-1175633" algn="l" defTabSz="37620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702531" indent="-940506" algn="l" defTabSz="37620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583543" indent="-940506" algn="l" defTabSz="37620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464555" indent="-940506" algn="l" defTabSz="37620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5567" indent="-940506" algn="l" defTabSz="37620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6580" indent="-940506" algn="l" defTabSz="37620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7592" indent="-940506" algn="l" defTabSz="37620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8604" indent="-940506" algn="l" defTabSz="37620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752" dirty="0"/>
              <a:t>CSE Senior Design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1AFBDB-9A7C-D15F-B800-B2E58F2E633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4" t="9021" r="4039" b="7748"/>
          <a:stretch>
            <a:fillRect/>
          </a:stretch>
        </p:blipFill>
        <p:spPr>
          <a:xfrm>
            <a:off x="673460" y="9142534"/>
            <a:ext cx="8320196" cy="42323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A7E943-6ADE-1162-6EE3-3A3686BCD98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34" t="24172" r="27734" b="9843"/>
          <a:stretch>
            <a:fillRect/>
          </a:stretch>
        </p:blipFill>
        <p:spPr>
          <a:xfrm>
            <a:off x="30000239" y="7811321"/>
            <a:ext cx="5770745" cy="5913629"/>
          </a:xfrm>
          <a:prstGeom prst="roundRect">
            <a:avLst>
              <a:gd name="adj" fmla="val 2616"/>
            </a:avLst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935052-2DB3-DE7A-9EA3-10A63DDB07E6}"/>
              </a:ext>
            </a:extLst>
          </p:cNvPr>
          <p:cNvSpPr txBox="1"/>
          <p:nvPr/>
        </p:nvSpPr>
        <p:spPr>
          <a:xfrm>
            <a:off x="1012371" y="5551714"/>
            <a:ext cx="7468975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50" dirty="0">
                <a:latin typeface="Arial" panose="020B0604020202020204" pitchFamily="34" charset="0"/>
                <a:cs typeface="Arial" panose="020B0604020202020204" pitchFamily="34" charset="0"/>
              </a:rPr>
              <a:t>Web app for building resumes with guided templates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50" dirty="0">
                <a:latin typeface="Arial" panose="020B0604020202020204" pitchFamily="34" charset="0"/>
                <a:cs typeface="Arial" panose="020B0604020202020204" pitchFamily="34" charset="0"/>
              </a:rPr>
              <a:t>Includes login, builder, template gallery, and ATS keyword checker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50" dirty="0">
                <a:latin typeface="Arial" panose="020B0604020202020204" pitchFamily="34" charset="0"/>
                <a:cs typeface="Arial" panose="020B0604020202020204" pitchFamily="34" charset="0"/>
              </a:rPr>
              <a:t>ATS checker compares a job description to the resume and suggests missing keywords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50" dirty="0">
                <a:latin typeface="Arial" panose="020B0604020202020204" pitchFamily="34" charset="0"/>
                <a:cs typeface="Arial" panose="020B0604020202020204" pitchFamily="34" charset="0"/>
              </a:rPr>
              <a:t>Goal is faster resume creation with better job matching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25265C-FA09-C13C-D4D9-7CD47D3CB4A1}"/>
              </a:ext>
            </a:extLst>
          </p:cNvPr>
          <p:cNvSpPr txBox="1"/>
          <p:nvPr/>
        </p:nvSpPr>
        <p:spPr>
          <a:xfrm>
            <a:off x="9911318" y="5551714"/>
            <a:ext cx="12090284" cy="2131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50" dirty="0">
                <a:latin typeface="Arial" panose="020B0604020202020204" pitchFamily="34" charset="0"/>
                <a:cs typeface="Arial" panose="020B0604020202020204" pitchFamily="34" charset="0"/>
              </a:rPr>
              <a:t>Tested using multiple software internship job descriptions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50" dirty="0">
                <a:latin typeface="Arial" panose="020B0604020202020204" pitchFamily="34" charset="0"/>
                <a:cs typeface="Arial" panose="020B0604020202020204" pitchFamily="34" charset="0"/>
              </a:rPr>
              <a:t>Compared suggested keywords against template resume content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50" dirty="0">
                <a:latin typeface="Arial" panose="020B0604020202020204" pitchFamily="34" charset="0"/>
                <a:cs typeface="Arial" panose="020B0604020202020204" pitchFamily="34" charset="0"/>
              </a:rPr>
              <a:t>Validated core flows: login, template selection, edits, ATS checking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50" dirty="0">
                <a:latin typeface="Arial" panose="020B0604020202020204" pitchFamily="34" charset="0"/>
                <a:cs typeface="Arial" panose="020B0604020202020204" pitchFamily="34" charset="0"/>
              </a:rPr>
              <a:t>Checked usability on desktop and mobile screen sizes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50" dirty="0">
                <a:latin typeface="Arial" panose="020B0604020202020204" pitchFamily="34" charset="0"/>
                <a:cs typeface="Arial" panose="020B0604020202020204" pitchFamily="34" charset="0"/>
              </a:rPr>
              <a:t>Verified hosting and data persistence in the deployed environment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C7657A-1A16-502F-BE54-ABBBBFF6E47A}"/>
              </a:ext>
            </a:extLst>
          </p:cNvPr>
          <p:cNvSpPr txBox="1"/>
          <p:nvPr/>
        </p:nvSpPr>
        <p:spPr>
          <a:xfrm>
            <a:off x="28288796" y="15312224"/>
            <a:ext cx="7482187" cy="253915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50" dirty="0" err="1">
                <a:latin typeface="Arial" panose="020B0604020202020204" pitchFamily="34" charset="0"/>
                <a:cs typeface="Arial" panose="020B0604020202020204" pitchFamily="34" charset="0"/>
              </a:rPr>
              <a:t>ByteBuddi</a:t>
            </a:r>
            <a:r>
              <a:rPr lang="en-US" sz="2650" dirty="0">
                <a:latin typeface="Arial" panose="020B0604020202020204" pitchFamily="34" charset="0"/>
                <a:cs typeface="Arial" panose="020B0604020202020204" pitchFamily="34" charset="0"/>
              </a:rPr>
              <a:t> supports resume building with job specific keyword guidance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50" dirty="0">
                <a:latin typeface="Arial" panose="020B0604020202020204" pitchFamily="34" charset="0"/>
                <a:cs typeface="Arial" panose="020B0604020202020204" pitchFamily="34" charset="0"/>
              </a:rPr>
              <a:t>Current build works end to end for the core workflow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50" dirty="0">
                <a:latin typeface="Arial"/>
                <a:cs typeface="Arial"/>
              </a:rPr>
              <a:t>Next steps: mobile polish, deployment </a:t>
            </a:r>
            <a:r>
              <a:rPr lang="en-US" sz="2650">
                <a:latin typeface="Arial"/>
                <a:cs typeface="Arial"/>
              </a:rPr>
              <a:t>consistency, broader testing coverage</a:t>
            </a:r>
            <a:endParaRPr lang="en-US" sz="26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1A42070-7E86-9712-8D98-F4153E7AF81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976" y="7778894"/>
            <a:ext cx="2788701" cy="60350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FDE3A15-42E4-4B03-2F7B-DD44F60FEED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0545" y="7778894"/>
            <a:ext cx="2788701" cy="60350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22E96F5-BF98-B263-836F-A9C0E528491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04" t="1341" r="8872" b="8444"/>
          <a:stretch>
            <a:fillRect/>
          </a:stretch>
        </p:blipFill>
        <p:spPr>
          <a:xfrm>
            <a:off x="1922331" y="24347861"/>
            <a:ext cx="5844237" cy="294797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C55EC8E-AB42-2C72-9BC8-15F925EACF1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199279" y="8207017"/>
            <a:ext cx="6530866" cy="50432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9A73958-8738-7179-A31C-B3E85C1C01C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5347" y="7781544"/>
            <a:ext cx="2788703" cy="60350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70353A94-2F0B-02FB-B3CF-86D0B7F5257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044183" y="21602978"/>
            <a:ext cx="7842312" cy="5491529"/>
          </a:xfrm>
          <a:prstGeom prst="rect">
            <a:avLst/>
          </a:prstGeom>
        </p:spPr>
      </p:pic>
      <p:pic>
        <p:nvPicPr>
          <p:cNvPr id="2" name="Picture 1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F03CF39B-FDD4-229D-1830-303DE74FB05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7966787" y="169143"/>
            <a:ext cx="2284683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244039"/>
      </p:ext>
    </p:extLst>
  </p:cSld>
  <p:clrMapOvr>
    <a:masterClrMapping/>
  </p:clrMapOvr>
</p:sld>
</file>

<file path=ppt/theme/theme1.xml><?xml version="1.0" encoding="utf-8"?>
<a:theme xmlns:a="http://schemas.openxmlformats.org/drawingml/2006/main" name="2016 HGWS Worksho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3240</TotalTime>
  <Words>309</Words>
  <Application>Microsoft Office PowerPoint</Application>
  <PresentationFormat>Custom</PresentationFormat>
  <Paragraphs>46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2016 HGWS Workshop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Carreon</dc:creator>
  <cp:lastModifiedBy>Salazar, Rene</cp:lastModifiedBy>
  <cp:revision>92</cp:revision>
  <cp:lastPrinted>2023-03-01T19:26:22Z</cp:lastPrinted>
  <dcterms:created xsi:type="dcterms:W3CDTF">2016-05-26T17:05:13Z</dcterms:created>
  <dcterms:modified xsi:type="dcterms:W3CDTF">2026-04-14T05:37:01Z</dcterms:modified>
</cp:coreProperties>
</file>